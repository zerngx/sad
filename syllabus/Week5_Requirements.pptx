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 id="2147483691" r:id="rId2"/>
    <p:sldMasterId id="2147483706" r:id="rId3"/>
  </p:sldMasterIdLst>
  <p:notesMasterIdLst>
    <p:notesMasterId r:id="rId30"/>
  </p:notesMasterIdLst>
  <p:handoutMasterIdLst>
    <p:handoutMasterId r:id="rId31"/>
  </p:handoutMasterIdLst>
  <p:sldIdLst>
    <p:sldId id="270" r:id="rId4"/>
    <p:sldId id="450" r:id="rId5"/>
    <p:sldId id="451" r:id="rId6"/>
    <p:sldId id="444" r:id="rId7"/>
    <p:sldId id="445" r:id="rId8"/>
    <p:sldId id="452" r:id="rId9"/>
    <p:sldId id="453" r:id="rId10"/>
    <p:sldId id="454" r:id="rId11"/>
    <p:sldId id="446" r:id="rId12"/>
    <p:sldId id="455" r:id="rId13"/>
    <p:sldId id="447" r:id="rId14"/>
    <p:sldId id="448" r:id="rId15"/>
    <p:sldId id="457" r:id="rId16"/>
    <p:sldId id="458" r:id="rId17"/>
    <p:sldId id="461" r:id="rId18"/>
    <p:sldId id="462" r:id="rId19"/>
    <p:sldId id="463" r:id="rId20"/>
    <p:sldId id="464" r:id="rId21"/>
    <p:sldId id="465" r:id="rId22"/>
    <p:sldId id="466" r:id="rId23"/>
    <p:sldId id="473" r:id="rId24"/>
    <p:sldId id="499" r:id="rId25"/>
    <p:sldId id="500" r:id="rId26"/>
    <p:sldId id="502" r:id="rId27"/>
    <p:sldId id="503" r:id="rId28"/>
    <p:sldId id="504" r:id="rId29"/>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Maureen Steddin" initials="MS [2]" lastIdx="1" clrIdx="7">
    <p:extLst/>
  </p:cmAuthor>
  <p:cmAuthor id="1" name="Ruchi Sachdev" initials="" lastIdx="8" clrIdx="1"/>
  <p:cmAuthor id="8" name="Harold Wise" initials="HW" lastIdx="2" clrIdx="8">
    <p:extLst>
      <p:ext uri="{19B8F6BF-5375-455C-9EA6-DF929625EA0E}">
        <p15:presenceInfo xmlns:p15="http://schemas.microsoft.com/office/powerpoint/2012/main" userId="aa71e442b161ee55" providerId="Windows Live"/>
      </p:ext>
    </p:extLst>
  </p:cmAuthor>
  <p:cmAuthor id="2" name="Sarah Reusché" initials="" lastIdx="13" clrIdx="2"/>
  <p:cmAuthor id="3" name="Nitin Shankar" initials="" lastIdx="6" clrIdx="3"/>
  <p:cmAuthor id="4" name="Kristen Flathman" initials="" lastIdx="1" clrIdx="4"/>
  <p:cmAuthor id="5" name="Ben Schroeter" initials="" lastIdx="0" clrIdx="5"/>
  <p:cmAuthor id="6" name="Maureen Steddin" initials="MS" lastIdx="2" clrIdx="6">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37" autoAdjust="0"/>
    <p:restoredTop sz="82690" autoAdjust="0"/>
  </p:normalViewPr>
  <p:slideViewPr>
    <p:cSldViewPr snapToGrid="0" snapToObjects="1">
      <p:cViewPr varScale="1">
        <p:scale>
          <a:sx n="61" d="100"/>
          <a:sy n="61" d="100"/>
        </p:scale>
        <p:origin x="1476" y="60"/>
      </p:cViewPr>
      <p:guideLst>
        <p:guide orient="horz" pos="2160"/>
        <p:guide pos="2880"/>
      </p:guideLst>
    </p:cSldViewPr>
  </p:slideViewPr>
  <p:outlineViewPr>
    <p:cViewPr>
      <p:scale>
        <a:sx n="33" d="100"/>
        <a:sy n="33" d="100"/>
      </p:scale>
      <p:origin x="0" y="-43118"/>
    </p:cViewPr>
  </p:outlineViewPr>
  <p:notesTextViewPr>
    <p:cViewPr>
      <p:scale>
        <a:sx n="3" d="2"/>
        <a:sy n="3" d="2"/>
      </p:scale>
      <p:origin x="0" y="0"/>
    </p:cViewPr>
  </p:notesTextViewPr>
  <p:sorterViewPr>
    <p:cViewPr varScale="1">
      <p:scale>
        <a:sx n="100" d="100"/>
        <a:sy n="100" d="100"/>
      </p:scale>
      <p:origin x="0" y="-6576"/>
    </p:cViewPr>
  </p:sorterViewPr>
  <p:notesViewPr>
    <p:cSldViewPr snapToGrid="0" snapToObjects="1">
      <p:cViewPr varScale="1">
        <p:scale>
          <a:sx n="85" d="100"/>
          <a:sy n="85" d="100"/>
        </p:scale>
        <p:origin x="380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2885CB01-6679-D646-ACB3-8B04B786C15F}" type="datetimeFigureOut">
              <a:rPr lang="en-US" smtClean="0"/>
              <a:t>11/22/2022</a:t>
            </a:fld>
            <a:endParaRPr lang="en-US" dirty="0"/>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2" y="0"/>
            <a:ext cx="3962399" cy="3429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5179485" y="0"/>
            <a:ext cx="3962399" cy="3429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2857500" y="514350"/>
            <a:ext cx="3429000" cy="25717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914402" y="3257550"/>
            <a:ext cx="7315199" cy="30861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2" y="6513910"/>
            <a:ext cx="3962399" cy="3429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5179485" y="6513910"/>
            <a:ext cx="3962399" cy="3429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Shape 192"/>
          <p:cNvSpPr txBox="1">
            <a:spLocks noGrp="1"/>
          </p:cNvSpPr>
          <p:nvPr>
            <p:ph type="body" idx="1"/>
          </p:nvPr>
        </p:nvSpPr>
        <p:spPr>
          <a:xfrm>
            <a:off x="914402" y="3257550"/>
            <a:ext cx="7315199" cy="3086100"/>
          </a:xfrm>
          <a:prstGeom prst="rect">
            <a:avLst/>
          </a:prstGeom>
        </p:spPr>
        <p:txBody>
          <a:bodyPr lIns="91425" tIns="91425" rIns="91425" bIns="91425" anchor="t" anchorCtr="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baseline="0" dirty="0"/>
          </a:p>
        </p:txBody>
      </p:sp>
      <p:sp>
        <p:nvSpPr>
          <p:cNvPr id="193" name="Shape 193"/>
          <p:cNvSpPr>
            <a:spLocks noGrp="1" noRot="1" noChangeAspect="1"/>
          </p:cNvSpPr>
          <p:nvPr>
            <p:ph type="sldImg" idx="2"/>
          </p:nvPr>
        </p:nvSpPr>
        <p:spPr>
          <a:xfrm>
            <a:off x="2857500" y="514350"/>
            <a:ext cx="3429000" cy="25717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r>
              <a:rPr lang="en-US"/>
              <a:t>Click to edit Master subtitle style</a:t>
            </a:r>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 name="Text Placeholder 2">
            <a:extLst>
              <a:ext uri="{FF2B5EF4-FFF2-40B4-BE49-F238E27FC236}">
                <a16:creationId xmlns:a16="http://schemas.microsoft.com/office/drawing/2014/main" id="{0291B9DA-1DAD-4AB4-94B2-688DFC8B093A}"/>
              </a:ext>
            </a:extLst>
          </p:cNvPr>
          <p:cNvSpPr>
            <a:spLocks noGrp="1"/>
          </p:cNvSpPr>
          <p:nvPr>
            <p:ph type="body" sz="quarter" idx="13" hasCustomPrompt="1"/>
          </p:nvPr>
        </p:nvSpPr>
        <p:spPr>
          <a:xfrm>
            <a:off x="1494693" y="6407662"/>
            <a:ext cx="7194635" cy="334534"/>
          </a:xfrm>
        </p:spPr>
        <p:txBody>
          <a:bodyPr/>
          <a:lstStyle>
            <a:lvl1pPr marL="101600" indent="0" algn="r">
              <a:buNone/>
              <a:defRPr sz="1200">
                <a:latin typeface="Verdana" panose="020B0604030504040204" pitchFamily="34" charset="0"/>
                <a:ea typeface="Verdana" panose="020B0604030504040204" pitchFamily="34" charset="0"/>
                <a:cs typeface="Verdana" panose="020B0604030504040204" pitchFamily="34" charset="0"/>
              </a:defRPr>
            </a:lvl1pPr>
            <a:lvl2pPr>
              <a:defRPr sz="1200">
                <a:latin typeface="Verdana" panose="020B0604030504040204" pitchFamily="34" charset="0"/>
                <a:ea typeface="Verdana" panose="020B0604030504040204" pitchFamily="34" charset="0"/>
                <a:cs typeface="Verdana" panose="020B0604030504040204" pitchFamily="34" charset="0"/>
              </a:defRPr>
            </a:lvl2pPr>
            <a:lvl3pPr>
              <a:defRPr sz="1200">
                <a:latin typeface="Verdana" panose="020B0604030504040204" pitchFamily="34" charset="0"/>
                <a:ea typeface="Verdana" panose="020B0604030504040204" pitchFamily="34" charset="0"/>
                <a:cs typeface="Verdana" panose="020B0604030504040204" pitchFamily="34" charset="0"/>
              </a:defRPr>
            </a:lvl3pPr>
            <a:lvl4pPr>
              <a:defRPr sz="1200">
                <a:latin typeface="Verdana" panose="020B0604030504040204" pitchFamily="34" charset="0"/>
                <a:ea typeface="Verdana" panose="020B0604030504040204" pitchFamily="34" charset="0"/>
                <a:cs typeface="Verdana" panose="020B0604030504040204" pitchFamily="34" charset="0"/>
              </a:defRPr>
            </a:lvl4pPr>
            <a:lvl5pPr>
              <a:defRPr sz="12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add copyright text</a:t>
            </a:r>
          </a:p>
        </p:txBody>
      </p:sp>
      <p:sp>
        <p:nvSpPr>
          <p:cNvPr id="4" name="Picture Placeholder 3">
            <a:extLst>
              <a:ext uri="{FF2B5EF4-FFF2-40B4-BE49-F238E27FC236}">
                <a16:creationId xmlns:a16="http://schemas.microsoft.com/office/drawing/2014/main" id="{3AC35AB9-24C4-47CB-AA83-05CAEBB6D99B}"/>
              </a:ext>
            </a:extLst>
          </p:cNvPr>
          <p:cNvSpPr>
            <a:spLocks noGrp="1"/>
          </p:cNvSpPr>
          <p:nvPr>
            <p:ph type="pic" sz="quarter" idx="14" hasCustomPrompt="1"/>
          </p:nvPr>
        </p:nvSpPr>
        <p:spPr>
          <a:xfrm>
            <a:off x="93663" y="6407150"/>
            <a:ext cx="1401762" cy="334963"/>
          </a:xfrm>
        </p:spPr>
        <p:txBody>
          <a:bodyPr/>
          <a:lstStyle>
            <a:lvl1pPr marL="101600" indent="0">
              <a:buNone/>
              <a:defRPr sz="1200"/>
            </a:lvl1pPr>
          </a:lstStyle>
          <a:p>
            <a:r>
              <a:rPr lang="en-US" dirty="0"/>
              <a:t>Logo</a:t>
            </a:r>
          </a:p>
        </p:txBody>
      </p:sp>
    </p:spTree>
    <p:extLst>
      <p:ext uri="{BB962C8B-B14F-4D97-AF65-F5344CB8AC3E}">
        <p14:creationId xmlns:p14="http://schemas.microsoft.com/office/powerpoint/2010/main" val="4215940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96630" y="2671851"/>
            <a:ext cx="4523700" cy="1546400"/>
          </a:xfrm>
          <a:prstGeom prst="rect">
            <a:avLst/>
          </a:prstGeom>
        </p:spPr>
        <p:txBody>
          <a:bodyPr spcFirstLastPara="1" wrap="square" lIns="91425" tIns="91425" rIns="91425" bIns="91425" anchor="b" anchorCtr="0"/>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r>
              <a:rPr lang="en-US" smtClean="0"/>
              <a:t>Click to edit Master title style</a:t>
            </a:r>
            <a:endParaRPr/>
          </a:p>
        </p:txBody>
      </p:sp>
      <p:cxnSp>
        <p:nvCxnSpPr>
          <p:cNvPr id="11" name="Google Shape;11;p2"/>
          <p:cNvCxnSpPr/>
          <p:nvPr/>
        </p:nvCxnSpPr>
        <p:spPr>
          <a:xfrm>
            <a:off x="-6025" y="4902016"/>
            <a:ext cx="9162000" cy="0"/>
          </a:xfrm>
          <a:prstGeom prst="straightConnector1">
            <a:avLst/>
          </a:prstGeom>
          <a:noFill/>
          <a:ln w="9525" cap="flat" cmpd="sng">
            <a:solidFill>
              <a:srgbClr val="000000"/>
            </a:solidFill>
            <a:prstDash val="solid"/>
            <a:round/>
            <a:headEnd type="none" w="med" len="med"/>
            <a:tailEnd type="none" w="med" len="med"/>
          </a:ln>
        </p:spPr>
      </p:cxnSp>
      <p:sp>
        <p:nvSpPr>
          <p:cNvPr id="12" name="Google Shape;12;p2"/>
          <p:cNvSpPr/>
          <p:nvPr/>
        </p:nvSpPr>
        <p:spPr>
          <a:xfrm>
            <a:off x="1117950" y="4524000"/>
            <a:ext cx="567000" cy="756000"/>
          </a:xfrm>
          <a:prstGeom prst="ellipse">
            <a:avLst/>
          </a:prstGeom>
          <a:solidFill>
            <a:srgbClr val="FFC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Tree>
    <p:extLst>
      <p:ext uri="{BB962C8B-B14F-4D97-AF65-F5344CB8AC3E}">
        <p14:creationId xmlns:p14="http://schemas.microsoft.com/office/powerpoint/2010/main" val="31304975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3"/>
        <p:cNvGrpSpPr/>
        <p:nvPr/>
      </p:nvGrpSpPr>
      <p:grpSpPr>
        <a:xfrm>
          <a:off x="0" y="0"/>
          <a:ext cx="0" cy="0"/>
          <a:chOff x="0" y="0"/>
          <a:chExt cx="0" cy="0"/>
        </a:xfrm>
      </p:grpSpPr>
      <p:sp>
        <p:nvSpPr>
          <p:cNvPr id="14" name="Google Shape;14;p3"/>
          <p:cNvSpPr txBox="1">
            <a:spLocks noGrp="1"/>
          </p:cNvSpPr>
          <p:nvPr>
            <p:ph type="subTitle" idx="1"/>
          </p:nvPr>
        </p:nvSpPr>
        <p:spPr>
          <a:xfrm>
            <a:off x="2022300" y="3754564"/>
            <a:ext cx="5591400" cy="1046400"/>
          </a:xfrm>
          <a:prstGeom prst="rect">
            <a:avLst/>
          </a:prstGeom>
        </p:spPr>
        <p:txBody>
          <a:bodyPr spcFirstLastPara="1" wrap="square" lIns="91425" tIns="91425" rIns="91425" bIns="91425" anchor="t" anchorCtr="0"/>
          <a:lstStyle>
            <a:lvl1pPr lvl="0" rtl="0">
              <a:spcBef>
                <a:spcPts val="0"/>
              </a:spcBef>
              <a:spcAft>
                <a:spcPts val="0"/>
              </a:spcAft>
              <a:buClr>
                <a:srgbClr val="000000"/>
              </a:buClr>
              <a:buSzPts val="1400"/>
              <a:buNone/>
              <a:defRPr sz="1400">
                <a:highlight>
                  <a:srgbClr val="FFCD00"/>
                </a:highlight>
              </a:defRPr>
            </a:lvl1pPr>
            <a:lvl2pPr lvl="1" rtl="0">
              <a:spcBef>
                <a:spcPts val="0"/>
              </a:spcBef>
              <a:spcAft>
                <a:spcPts val="0"/>
              </a:spcAft>
              <a:buClr>
                <a:schemeClr val="dk2"/>
              </a:buClr>
              <a:buSzPts val="1400"/>
              <a:buNone/>
              <a:defRPr sz="1400">
                <a:solidFill>
                  <a:schemeClr val="dk2"/>
                </a:solidFill>
                <a:highlight>
                  <a:srgbClr val="FFCD00"/>
                </a:highlight>
              </a:defRPr>
            </a:lvl2pPr>
            <a:lvl3pPr lvl="2" rtl="0">
              <a:spcBef>
                <a:spcPts val="0"/>
              </a:spcBef>
              <a:spcAft>
                <a:spcPts val="0"/>
              </a:spcAft>
              <a:buClr>
                <a:schemeClr val="dk2"/>
              </a:buClr>
              <a:buSzPts val="1400"/>
              <a:buNone/>
              <a:defRPr sz="1400">
                <a:solidFill>
                  <a:schemeClr val="dk2"/>
                </a:solidFill>
                <a:highlight>
                  <a:srgbClr val="FFCD00"/>
                </a:highlight>
              </a:defRPr>
            </a:lvl3pPr>
            <a:lvl4pPr lvl="3" rtl="0">
              <a:spcBef>
                <a:spcPts val="0"/>
              </a:spcBef>
              <a:spcAft>
                <a:spcPts val="0"/>
              </a:spcAft>
              <a:buClr>
                <a:schemeClr val="dk2"/>
              </a:buClr>
              <a:buSzPts val="1400"/>
              <a:buNone/>
              <a:defRPr sz="1400">
                <a:solidFill>
                  <a:schemeClr val="dk2"/>
                </a:solidFill>
                <a:highlight>
                  <a:srgbClr val="FFCD00"/>
                </a:highlight>
              </a:defRPr>
            </a:lvl4pPr>
            <a:lvl5pPr lvl="4" rtl="0">
              <a:spcBef>
                <a:spcPts val="0"/>
              </a:spcBef>
              <a:spcAft>
                <a:spcPts val="0"/>
              </a:spcAft>
              <a:buClr>
                <a:schemeClr val="dk2"/>
              </a:buClr>
              <a:buSzPts val="1400"/>
              <a:buNone/>
              <a:defRPr sz="1400">
                <a:solidFill>
                  <a:schemeClr val="dk2"/>
                </a:solidFill>
                <a:highlight>
                  <a:srgbClr val="FFCD00"/>
                </a:highlight>
              </a:defRPr>
            </a:lvl5pPr>
            <a:lvl6pPr lvl="5" rtl="0">
              <a:spcBef>
                <a:spcPts val="0"/>
              </a:spcBef>
              <a:spcAft>
                <a:spcPts val="0"/>
              </a:spcAft>
              <a:buClr>
                <a:schemeClr val="dk2"/>
              </a:buClr>
              <a:buSzPts val="1400"/>
              <a:buNone/>
              <a:defRPr sz="1400">
                <a:solidFill>
                  <a:schemeClr val="dk2"/>
                </a:solidFill>
                <a:highlight>
                  <a:srgbClr val="FFCD00"/>
                </a:highlight>
              </a:defRPr>
            </a:lvl6pPr>
            <a:lvl7pPr lvl="6" rtl="0">
              <a:spcBef>
                <a:spcPts val="0"/>
              </a:spcBef>
              <a:spcAft>
                <a:spcPts val="0"/>
              </a:spcAft>
              <a:buClr>
                <a:schemeClr val="dk2"/>
              </a:buClr>
              <a:buSzPts val="1400"/>
              <a:buNone/>
              <a:defRPr sz="1400">
                <a:solidFill>
                  <a:schemeClr val="dk2"/>
                </a:solidFill>
                <a:highlight>
                  <a:srgbClr val="FFCD00"/>
                </a:highlight>
              </a:defRPr>
            </a:lvl7pPr>
            <a:lvl8pPr lvl="7" rtl="0">
              <a:spcBef>
                <a:spcPts val="0"/>
              </a:spcBef>
              <a:spcAft>
                <a:spcPts val="0"/>
              </a:spcAft>
              <a:buClr>
                <a:schemeClr val="dk2"/>
              </a:buClr>
              <a:buSzPts val="1400"/>
              <a:buNone/>
              <a:defRPr sz="1400">
                <a:solidFill>
                  <a:schemeClr val="dk2"/>
                </a:solidFill>
                <a:highlight>
                  <a:srgbClr val="FFCD00"/>
                </a:highlight>
              </a:defRPr>
            </a:lvl8pPr>
            <a:lvl9pPr lvl="8" rtl="0">
              <a:spcBef>
                <a:spcPts val="0"/>
              </a:spcBef>
              <a:spcAft>
                <a:spcPts val="0"/>
              </a:spcAft>
              <a:buClr>
                <a:schemeClr val="dk2"/>
              </a:buClr>
              <a:buSzPts val="1400"/>
              <a:buNone/>
              <a:defRPr sz="1400">
                <a:solidFill>
                  <a:schemeClr val="dk2"/>
                </a:solidFill>
                <a:highlight>
                  <a:srgbClr val="FFCD00"/>
                </a:highlight>
              </a:defRPr>
            </a:lvl9pPr>
          </a:lstStyle>
          <a:p>
            <a:r>
              <a:rPr lang="en-US" smtClean="0"/>
              <a:t>Click to edit Master subtitle style</a:t>
            </a:r>
            <a:endParaRPr/>
          </a:p>
        </p:txBody>
      </p:sp>
      <p:cxnSp>
        <p:nvCxnSpPr>
          <p:cNvPr id="15" name="Google Shape;15;p3"/>
          <p:cNvCxnSpPr/>
          <p:nvPr/>
        </p:nvCxnSpPr>
        <p:spPr>
          <a:xfrm>
            <a:off x="-6025" y="3429016"/>
            <a:ext cx="1984500" cy="0"/>
          </a:xfrm>
          <a:prstGeom prst="straightConnector1">
            <a:avLst/>
          </a:prstGeom>
          <a:noFill/>
          <a:ln w="9525" cap="flat" cmpd="sng">
            <a:solidFill>
              <a:srgbClr val="CCCCCC"/>
            </a:solidFill>
            <a:prstDash val="solid"/>
            <a:round/>
            <a:headEnd type="none" w="med" len="med"/>
            <a:tailEnd type="none" w="med" len="med"/>
          </a:ln>
        </p:spPr>
      </p:cxnSp>
      <p:sp>
        <p:nvSpPr>
          <p:cNvPr id="16" name="Google Shape;16;p3"/>
          <p:cNvSpPr/>
          <p:nvPr/>
        </p:nvSpPr>
        <p:spPr>
          <a:xfrm>
            <a:off x="1117950" y="3051000"/>
            <a:ext cx="567000" cy="756000"/>
          </a:xfrm>
          <a:prstGeom prst="ellipse">
            <a:avLst/>
          </a:prstGeom>
          <a:solidFill>
            <a:srgbClr val="FFC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7" name="Google Shape;17;p3"/>
          <p:cNvSpPr txBox="1">
            <a:spLocks noGrp="1"/>
          </p:cNvSpPr>
          <p:nvPr>
            <p:ph type="ctrTitle"/>
          </p:nvPr>
        </p:nvSpPr>
        <p:spPr>
          <a:xfrm>
            <a:off x="2022225" y="2258031"/>
            <a:ext cx="3787800" cy="1546400"/>
          </a:xfrm>
          <a:prstGeom prst="rect">
            <a:avLst/>
          </a:prstGeom>
        </p:spPr>
        <p:txBody>
          <a:bodyPr spcFirstLastPara="1" wrap="square" lIns="91425" tIns="91425" rIns="91425" bIns="91425" anchor="b" anchorCtr="0"/>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lang="en-US" smtClean="0"/>
              <a:t>Click to edit Master title style</a:t>
            </a:r>
            <a:endParaRPr/>
          </a:p>
        </p:txBody>
      </p:sp>
      <p:cxnSp>
        <p:nvCxnSpPr>
          <p:cNvPr id="18" name="Google Shape;18;p3"/>
          <p:cNvCxnSpPr/>
          <p:nvPr/>
        </p:nvCxnSpPr>
        <p:spPr>
          <a:xfrm>
            <a:off x="5898975" y="3429000"/>
            <a:ext cx="3251100" cy="0"/>
          </a:xfrm>
          <a:prstGeom prst="straightConnector1">
            <a:avLst/>
          </a:prstGeom>
          <a:noFill/>
          <a:ln w="9525" cap="flat" cmpd="sng">
            <a:solidFill>
              <a:srgbClr val="CCCCCC"/>
            </a:solidFill>
            <a:prstDash val="solid"/>
            <a:round/>
            <a:headEnd type="none" w="med" len="med"/>
            <a:tailEnd type="none" w="med" len="med"/>
          </a:ln>
        </p:spPr>
      </p:cxnSp>
      <p:sp>
        <p:nvSpPr>
          <p:cNvPr id="19" name="Google Shape;19;p3"/>
          <p:cNvSpPr txBox="1">
            <a:spLocks noGrp="1"/>
          </p:cNvSpPr>
          <p:nvPr>
            <p:ph type="sldNum" idx="12"/>
          </p:nvPr>
        </p:nvSpPr>
        <p:spPr>
          <a:xfrm>
            <a:off x="8543227" y="6333135"/>
            <a:ext cx="5487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9600490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0"/>
        <p:cNvGrpSpPr/>
        <p:nvPr/>
      </p:nvGrpSpPr>
      <p:grpSpPr>
        <a:xfrm>
          <a:off x="0" y="0"/>
          <a:ext cx="0" cy="0"/>
          <a:chOff x="0" y="0"/>
          <a:chExt cx="0" cy="0"/>
        </a:xfrm>
      </p:grpSpPr>
      <p:sp>
        <p:nvSpPr>
          <p:cNvPr id="21" name="Google Shape;21;p4"/>
          <p:cNvSpPr txBox="1">
            <a:spLocks noGrp="1"/>
          </p:cNvSpPr>
          <p:nvPr>
            <p:ph type="body" idx="1"/>
          </p:nvPr>
        </p:nvSpPr>
        <p:spPr>
          <a:xfrm>
            <a:off x="2105050" y="2984000"/>
            <a:ext cx="4933800" cy="1093200"/>
          </a:xfrm>
          <a:prstGeom prst="rect">
            <a:avLst/>
          </a:prstGeom>
        </p:spPr>
        <p:txBody>
          <a:bodyPr spcFirstLastPara="1" wrap="square" lIns="91425" tIns="91425" rIns="91425" bIns="91425" anchor="b" anchorCtr="0"/>
          <a:lstStyle>
            <a:lvl1pPr marL="457200" lvl="0" indent="-381000" algn="ctr" rtl="0">
              <a:spcBef>
                <a:spcPts val="600"/>
              </a:spcBef>
              <a:spcAft>
                <a:spcPts val="0"/>
              </a:spcAft>
              <a:buSzPts val="2400"/>
              <a:buFont typeface="Lora"/>
              <a:buChar char="◉"/>
              <a:defRPr sz="2400" i="1">
                <a:latin typeface="Lora"/>
                <a:ea typeface="Lora"/>
                <a:cs typeface="Lora"/>
                <a:sym typeface="Lora"/>
              </a:defRPr>
            </a:lvl1pPr>
            <a:lvl2pPr marL="914400" lvl="1" indent="-355600" algn="ctr" rtl="0">
              <a:spcBef>
                <a:spcPts val="0"/>
              </a:spcBef>
              <a:spcAft>
                <a:spcPts val="0"/>
              </a:spcAft>
              <a:buSzPts val="2000"/>
              <a:buFont typeface="Lora"/>
              <a:buChar char="○"/>
              <a:defRPr i="1">
                <a:latin typeface="Lora"/>
                <a:ea typeface="Lora"/>
                <a:cs typeface="Lora"/>
                <a:sym typeface="Lora"/>
              </a:defRPr>
            </a:lvl2pPr>
            <a:lvl3pPr marL="1371600" lvl="2" indent="-355600" algn="ctr" rtl="0">
              <a:spcBef>
                <a:spcPts val="0"/>
              </a:spcBef>
              <a:spcAft>
                <a:spcPts val="0"/>
              </a:spcAft>
              <a:buSzPts val="2000"/>
              <a:buFont typeface="Lora"/>
              <a:buChar char="■"/>
              <a:defRPr i="1">
                <a:latin typeface="Lora"/>
                <a:ea typeface="Lora"/>
                <a:cs typeface="Lora"/>
                <a:sym typeface="Lora"/>
              </a:defRPr>
            </a:lvl3pPr>
            <a:lvl4pPr marL="1828800" lvl="3" indent="-381000" algn="ctr" rtl="0">
              <a:spcBef>
                <a:spcPts val="0"/>
              </a:spcBef>
              <a:spcAft>
                <a:spcPts val="0"/>
              </a:spcAft>
              <a:buSzPts val="2400"/>
              <a:buFont typeface="Lora"/>
              <a:buChar char="●"/>
              <a:defRPr sz="2400" i="1">
                <a:latin typeface="Lora"/>
                <a:ea typeface="Lora"/>
                <a:cs typeface="Lora"/>
                <a:sym typeface="Lora"/>
              </a:defRPr>
            </a:lvl4pPr>
            <a:lvl5pPr marL="2286000" lvl="4" indent="-381000" algn="ctr" rtl="0">
              <a:spcBef>
                <a:spcPts val="0"/>
              </a:spcBef>
              <a:spcAft>
                <a:spcPts val="0"/>
              </a:spcAft>
              <a:buSzPts val="2400"/>
              <a:buFont typeface="Lora"/>
              <a:buChar char="○"/>
              <a:defRPr sz="2400" i="1">
                <a:latin typeface="Lora"/>
                <a:ea typeface="Lora"/>
                <a:cs typeface="Lora"/>
                <a:sym typeface="Lora"/>
              </a:defRPr>
            </a:lvl5pPr>
            <a:lvl6pPr marL="2743200" lvl="5" indent="-381000" algn="ctr" rtl="0">
              <a:spcBef>
                <a:spcPts val="0"/>
              </a:spcBef>
              <a:spcAft>
                <a:spcPts val="0"/>
              </a:spcAft>
              <a:buSzPts val="2400"/>
              <a:buFont typeface="Lora"/>
              <a:buChar char="■"/>
              <a:defRPr sz="2400" i="1">
                <a:latin typeface="Lora"/>
                <a:ea typeface="Lora"/>
                <a:cs typeface="Lora"/>
                <a:sym typeface="Lora"/>
              </a:defRPr>
            </a:lvl6pPr>
            <a:lvl7pPr marL="3200400" lvl="6" indent="-381000" algn="ctr" rtl="0">
              <a:spcBef>
                <a:spcPts val="0"/>
              </a:spcBef>
              <a:spcAft>
                <a:spcPts val="0"/>
              </a:spcAft>
              <a:buSzPts val="2400"/>
              <a:buFont typeface="Lora"/>
              <a:buChar char="●"/>
              <a:defRPr sz="2400" i="1">
                <a:latin typeface="Lora"/>
                <a:ea typeface="Lora"/>
                <a:cs typeface="Lora"/>
                <a:sym typeface="Lora"/>
              </a:defRPr>
            </a:lvl7pPr>
            <a:lvl8pPr marL="3657600" lvl="7" indent="-381000" algn="ctr" rtl="0">
              <a:spcBef>
                <a:spcPts val="0"/>
              </a:spcBef>
              <a:spcAft>
                <a:spcPts val="0"/>
              </a:spcAft>
              <a:buSzPts val="2400"/>
              <a:buFont typeface="Lora"/>
              <a:buChar char="○"/>
              <a:defRPr sz="2400" i="1">
                <a:latin typeface="Lora"/>
                <a:ea typeface="Lora"/>
                <a:cs typeface="Lora"/>
                <a:sym typeface="Lora"/>
              </a:defRPr>
            </a:lvl8pPr>
            <a:lvl9pPr marL="4114800" lvl="8" indent="-381000" algn="ctr">
              <a:spcBef>
                <a:spcPts val="0"/>
              </a:spcBef>
              <a:spcAft>
                <a:spcPts val="0"/>
              </a:spcAft>
              <a:buSzPts val="2400"/>
              <a:buFont typeface="Lora"/>
              <a:buChar char="■"/>
              <a:defRPr sz="2400" i="1">
                <a:latin typeface="Lora"/>
                <a:ea typeface="Lora"/>
                <a:cs typeface="Lora"/>
                <a:sym typeface="Lora"/>
              </a:defRPr>
            </a:lvl9pPr>
          </a:lstStyle>
          <a:p>
            <a:pPr lvl="0"/>
            <a:r>
              <a:rPr lang="en-US" smtClean="0"/>
              <a:t>Edit Master text styles</a:t>
            </a:r>
          </a:p>
        </p:txBody>
      </p:sp>
      <p:cxnSp>
        <p:nvCxnSpPr>
          <p:cNvPr id="22" name="Google Shape;22;p4"/>
          <p:cNvCxnSpPr/>
          <p:nvPr/>
        </p:nvCxnSpPr>
        <p:spPr>
          <a:xfrm>
            <a:off x="4584075" y="4902000"/>
            <a:ext cx="0" cy="1974000"/>
          </a:xfrm>
          <a:prstGeom prst="straightConnector1">
            <a:avLst/>
          </a:prstGeom>
          <a:noFill/>
          <a:ln w="9525" cap="flat" cmpd="sng">
            <a:solidFill>
              <a:srgbClr val="CCCCCC"/>
            </a:solidFill>
            <a:prstDash val="solid"/>
            <a:round/>
            <a:headEnd type="none" w="med" len="med"/>
            <a:tailEnd type="none" w="med" len="med"/>
          </a:ln>
        </p:spPr>
      </p:cxnSp>
      <p:sp>
        <p:nvSpPr>
          <p:cNvPr id="23" name="Google Shape;23;p4"/>
          <p:cNvSpPr/>
          <p:nvPr/>
        </p:nvSpPr>
        <p:spPr>
          <a:xfrm>
            <a:off x="4288500" y="4524000"/>
            <a:ext cx="567000" cy="756000"/>
          </a:xfrm>
          <a:prstGeom prst="ellipse">
            <a:avLst/>
          </a:prstGeom>
          <a:solidFill>
            <a:srgbClr val="FFC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4" name="Google Shape;24;p4"/>
          <p:cNvSpPr txBox="1"/>
          <p:nvPr/>
        </p:nvSpPr>
        <p:spPr>
          <a:xfrm>
            <a:off x="3593400" y="4550203"/>
            <a:ext cx="1957200" cy="871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600" b="1">
                <a:latin typeface="Lora"/>
                <a:ea typeface="Lora"/>
                <a:cs typeface="Lora"/>
                <a:sym typeface="Lora"/>
              </a:rPr>
              <a:t>“</a:t>
            </a:r>
            <a:endParaRPr sz="3600" b="1">
              <a:latin typeface="Lora"/>
              <a:ea typeface="Lora"/>
              <a:cs typeface="Lora"/>
              <a:sym typeface="Lora"/>
            </a:endParaRPr>
          </a:p>
        </p:txBody>
      </p:sp>
      <p:sp>
        <p:nvSpPr>
          <p:cNvPr id="25" name="Google Shape;25;p4"/>
          <p:cNvSpPr txBox="1">
            <a:spLocks noGrp="1"/>
          </p:cNvSpPr>
          <p:nvPr>
            <p:ph type="sldNum" idx="12"/>
          </p:nvPr>
        </p:nvSpPr>
        <p:spPr>
          <a:xfrm>
            <a:off x="4297650" y="1"/>
            <a:ext cx="548700" cy="524800"/>
          </a:xfrm>
          <a:prstGeom prst="rect">
            <a:avLst/>
          </a:prstGeom>
        </p:spPr>
        <p:txBody>
          <a:bodyPr spcFirstLastPara="1" wrap="square" lIns="91425" tIns="91425" rIns="91425" bIns="91425" anchor="t" anchorCtr="0">
            <a:noAutofit/>
          </a:bodyPr>
          <a:lstStyle>
            <a:lvl1pPr lvl="0" algn="ctr" rtl="0">
              <a:buNone/>
              <a:defRPr>
                <a:latin typeface="Lora"/>
                <a:ea typeface="Lora"/>
                <a:cs typeface="Lora"/>
                <a:sym typeface="Lora"/>
              </a:defRPr>
            </a:lvl1pPr>
            <a:lvl2pPr lvl="1" algn="ctr" rtl="0">
              <a:buNone/>
              <a:defRPr>
                <a:latin typeface="Lora"/>
                <a:ea typeface="Lora"/>
                <a:cs typeface="Lora"/>
                <a:sym typeface="Lora"/>
              </a:defRPr>
            </a:lvl2pPr>
            <a:lvl3pPr lvl="2" algn="ctr" rtl="0">
              <a:buNone/>
              <a:defRPr>
                <a:latin typeface="Lora"/>
                <a:ea typeface="Lora"/>
                <a:cs typeface="Lora"/>
                <a:sym typeface="Lora"/>
              </a:defRPr>
            </a:lvl3pPr>
            <a:lvl4pPr lvl="3" algn="ctr" rtl="0">
              <a:buNone/>
              <a:defRPr>
                <a:latin typeface="Lora"/>
                <a:ea typeface="Lora"/>
                <a:cs typeface="Lora"/>
                <a:sym typeface="Lora"/>
              </a:defRPr>
            </a:lvl4pPr>
            <a:lvl5pPr lvl="4" algn="ctr" rtl="0">
              <a:buNone/>
              <a:defRPr>
                <a:latin typeface="Lora"/>
                <a:ea typeface="Lora"/>
                <a:cs typeface="Lora"/>
                <a:sym typeface="Lora"/>
              </a:defRPr>
            </a:lvl5pPr>
            <a:lvl6pPr lvl="5" algn="ctr" rtl="0">
              <a:buNone/>
              <a:defRPr>
                <a:latin typeface="Lora"/>
                <a:ea typeface="Lora"/>
                <a:cs typeface="Lora"/>
                <a:sym typeface="Lora"/>
              </a:defRPr>
            </a:lvl6pPr>
            <a:lvl7pPr lvl="6" algn="ctr" rtl="0">
              <a:buNone/>
              <a:defRPr>
                <a:latin typeface="Lora"/>
                <a:ea typeface="Lora"/>
                <a:cs typeface="Lora"/>
                <a:sym typeface="Lora"/>
              </a:defRPr>
            </a:lvl7pPr>
            <a:lvl8pPr lvl="7" algn="ctr" rtl="0">
              <a:buNone/>
              <a:defRPr>
                <a:latin typeface="Lora"/>
                <a:ea typeface="Lora"/>
                <a:cs typeface="Lora"/>
                <a:sym typeface="Lora"/>
              </a:defRPr>
            </a:lvl8pPr>
            <a:lvl9pPr lvl="8" algn="ctr" rtl="0">
              <a:buNone/>
              <a:defRPr>
                <a:latin typeface="Lora"/>
                <a:ea typeface="Lora"/>
                <a:cs typeface="Lora"/>
                <a:sym typeface="Lora"/>
              </a:defRPr>
            </a:lvl9p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76476688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6"/>
        <p:cNvGrpSpPr/>
        <p:nvPr/>
      </p:nvGrpSpPr>
      <p:grpSpPr>
        <a:xfrm>
          <a:off x="0" y="0"/>
          <a:ext cx="0" cy="0"/>
          <a:chOff x="0" y="0"/>
          <a:chExt cx="0" cy="0"/>
        </a:xfrm>
      </p:grpSpPr>
      <p:cxnSp>
        <p:nvCxnSpPr>
          <p:cNvPr id="27" name="Google Shape;27;p5"/>
          <p:cNvCxnSpPr/>
          <p:nvPr/>
        </p:nvCxnSpPr>
        <p:spPr>
          <a:xfrm>
            <a:off x="0" y="1508967"/>
            <a:ext cx="1375800" cy="0"/>
          </a:xfrm>
          <a:prstGeom prst="straightConnector1">
            <a:avLst/>
          </a:prstGeom>
          <a:noFill/>
          <a:ln w="9525" cap="flat" cmpd="sng">
            <a:solidFill>
              <a:srgbClr val="CCCCCC"/>
            </a:solidFill>
            <a:prstDash val="solid"/>
            <a:round/>
            <a:headEnd type="none" w="med" len="med"/>
            <a:tailEnd type="none" w="med" len="med"/>
          </a:ln>
        </p:spPr>
      </p:cxnSp>
      <p:sp>
        <p:nvSpPr>
          <p:cNvPr id="28" name="Google Shape;28;p5"/>
          <p:cNvSpPr/>
          <p:nvPr/>
        </p:nvSpPr>
        <p:spPr>
          <a:xfrm>
            <a:off x="817475" y="1238356"/>
            <a:ext cx="405900" cy="541200"/>
          </a:xfrm>
          <a:prstGeom prst="ellipse">
            <a:avLst/>
          </a:prstGeom>
          <a:solidFill>
            <a:srgbClr val="FFC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29" name="Google Shape;29;p5"/>
          <p:cNvSpPr txBox="1">
            <a:spLocks noGrp="1"/>
          </p:cNvSpPr>
          <p:nvPr>
            <p:ph type="title"/>
          </p:nvPr>
        </p:nvSpPr>
        <p:spPr>
          <a:xfrm>
            <a:off x="1381250" y="1230224"/>
            <a:ext cx="3878400" cy="580800"/>
          </a:xfrm>
          <a:prstGeom prst="rect">
            <a:avLst/>
          </a:prstGeom>
        </p:spPr>
        <p:txBody>
          <a:bodyPr spcFirstLastPara="1" wrap="square" lIns="91425" tIns="91425" rIns="91425" bIns="91425" anchor="ctr" anchorCtr="0"/>
          <a:lstStyle>
            <a:lvl1pPr lvl="0" rtl="0">
              <a:spcBef>
                <a:spcPts val="0"/>
              </a:spcBef>
              <a:spcAft>
                <a:spcPts val="0"/>
              </a:spcAft>
              <a:buSzPts val="2000"/>
              <a:buFont typeface="Lora"/>
              <a:buNone/>
              <a:defRPr sz="2000" b="1">
                <a:latin typeface="Lora"/>
                <a:ea typeface="Lora"/>
                <a:cs typeface="Lora"/>
                <a:sym typeface="Lora"/>
              </a:defRPr>
            </a:lvl1pPr>
            <a:lvl2pPr lvl="1" rtl="0">
              <a:spcBef>
                <a:spcPts val="0"/>
              </a:spcBef>
              <a:spcAft>
                <a:spcPts val="0"/>
              </a:spcAft>
              <a:buSzPts val="2000"/>
              <a:buFont typeface="Lora"/>
              <a:buNone/>
              <a:defRPr sz="2000" b="1">
                <a:highlight>
                  <a:srgbClr val="FFFFFF"/>
                </a:highlight>
                <a:latin typeface="Lora"/>
                <a:ea typeface="Lora"/>
                <a:cs typeface="Lora"/>
                <a:sym typeface="Lora"/>
              </a:defRPr>
            </a:lvl2pPr>
            <a:lvl3pPr lvl="2" rtl="0">
              <a:spcBef>
                <a:spcPts val="0"/>
              </a:spcBef>
              <a:spcAft>
                <a:spcPts val="0"/>
              </a:spcAft>
              <a:buSzPts val="2000"/>
              <a:buFont typeface="Lora"/>
              <a:buNone/>
              <a:defRPr sz="2000" b="1">
                <a:highlight>
                  <a:srgbClr val="FFFFFF"/>
                </a:highlight>
                <a:latin typeface="Lora"/>
                <a:ea typeface="Lora"/>
                <a:cs typeface="Lora"/>
                <a:sym typeface="Lora"/>
              </a:defRPr>
            </a:lvl3pPr>
            <a:lvl4pPr lvl="3" rtl="0">
              <a:spcBef>
                <a:spcPts val="0"/>
              </a:spcBef>
              <a:spcAft>
                <a:spcPts val="0"/>
              </a:spcAft>
              <a:buSzPts val="2000"/>
              <a:buFont typeface="Lora"/>
              <a:buNone/>
              <a:defRPr sz="2000" b="1">
                <a:highlight>
                  <a:srgbClr val="FFFFFF"/>
                </a:highlight>
                <a:latin typeface="Lora"/>
                <a:ea typeface="Lora"/>
                <a:cs typeface="Lora"/>
                <a:sym typeface="Lora"/>
              </a:defRPr>
            </a:lvl4pPr>
            <a:lvl5pPr lvl="4" rtl="0">
              <a:spcBef>
                <a:spcPts val="0"/>
              </a:spcBef>
              <a:spcAft>
                <a:spcPts val="0"/>
              </a:spcAft>
              <a:buSzPts val="2000"/>
              <a:buFont typeface="Lora"/>
              <a:buNone/>
              <a:defRPr sz="2000" b="1">
                <a:highlight>
                  <a:srgbClr val="FFFFFF"/>
                </a:highlight>
                <a:latin typeface="Lora"/>
                <a:ea typeface="Lora"/>
                <a:cs typeface="Lora"/>
                <a:sym typeface="Lora"/>
              </a:defRPr>
            </a:lvl5pPr>
            <a:lvl6pPr lvl="5" rtl="0">
              <a:spcBef>
                <a:spcPts val="0"/>
              </a:spcBef>
              <a:spcAft>
                <a:spcPts val="0"/>
              </a:spcAft>
              <a:buSzPts val="2000"/>
              <a:buFont typeface="Lora"/>
              <a:buNone/>
              <a:defRPr sz="2000" b="1">
                <a:highlight>
                  <a:srgbClr val="FFFFFF"/>
                </a:highlight>
                <a:latin typeface="Lora"/>
                <a:ea typeface="Lora"/>
                <a:cs typeface="Lora"/>
                <a:sym typeface="Lora"/>
              </a:defRPr>
            </a:lvl6pPr>
            <a:lvl7pPr lvl="6" rtl="0">
              <a:spcBef>
                <a:spcPts val="0"/>
              </a:spcBef>
              <a:spcAft>
                <a:spcPts val="0"/>
              </a:spcAft>
              <a:buSzPts val="2000"/>
              <a:buFont typeface="Lora"/>
              <a:buNone/>
              <a:defRPr sz="2000" b="1">
                <a:highlight>
                  <a:srgbClr val="FFFFFF"/>
                </a:highlight>
                <a:latin typeface="Lora"/>
                <a:ea typeface="Lora"/>
                <a:cs typeface="Lora"/>
                <a:sym typeface="Lora"/>
              </a:defRPr>
            </a:lvl7pPr>
            <a:lvl8pPr lvl="7" rtl="0">
              <a:spcBef>
                <a:spcPts val="0"/>
              </a:spcBef>
              <a:spcAft>
                <a:spcPts val="0"/>
              </a:spcAft>
              <a:buSzPts val="2000"/>
              <a:buFont typeface="Lora"/>
              <a:buNone/>
              <a:defRPr sz="2000" b="1">
                <a:highlight>
                  <a:srgbClr val="FFFFFF"/>
                </a:highlight>
                <a:latin typeface="Lora"/>
                <a:ea typeface="Lora"/>
                <a:cs typeface="Lora"/>
                <a:sym typeface="Lora"/>
              </a:defRPr>
            </a:lvl8pPr>
            <a:lvl9pPr lvl="8" rtl="0">
              <a:spcBef>
                <a:spcPts val="0"/>
              </a:spcBef>
              <a:spcAft>
                <a:spcPts val="0"/>
              </a:spcAft>
              <a:buSzPts val="2000"/>
              <a:buFont typeface="Lora"/>
              <a:buNone/>
              <a:defRPr sz="2000" b="1">
                <a:highlight>
                  <a:srgbClr val="FFFFFF"/>
                </a:highlight>
                <a:latin typeface="Lora"/>
                <a:ea typeface="Lora"/>
                <a:cs typeface="Lora"/>
                <a:sym typeface="Lora"/>
              </a:defRPr>
            </a:lvl9pPr>
          </a:lstStyle>
          <a:p>
            <a:r>
              <a:rPr lang="en-US" smtClean="0"/>
              <a:t>Click to edit Master title style</a:t>
            </a:r>
            <a:endParaRPr/>
          </a:p>
        </p:txBody>
      </p:sp>
      <p:sp>
        <p:nvSpPr>
          <p:cNvPr id="30" name="Google Shape;30;p5"/>
          <p:cNvSpPr txBox="1">
            <a:spLocks noGrp="1"/>
          </p:cNvSpPr>
          <p:nvPr>
            <p:ph type="body" idx="1"/>
          </p:nvPr>
        </p:nvSpPr>
        <p:spPr>
          <a:xfrm>
            <a:off x="1381250" y="2155293"/>
            <a:ext cx="6809700" cy="4149600"/>
          </a:xfrm>
          <a:prstGeom prst="rect">
            <a:avLst/>
          </a:prstGeom>
        </p:spPr>
        <p:txBody>
          <a:bodyPr spcFirstLastPara="1" wrap="square" lIns="91425" tIns="91425" rIns="91425" bIns="91425" anchor="t" anchorCtr="0"/>
          <a:lstStyle>
            <a:lvl1pPr marL="457200" lvl="0" indent="-381000" rtl="0">
              <a:spcBef>
                <a:spcPts val="600"/>
              </a:spcBef>
              <a:spcAft>
                <a:spcPts val="0"/>
              </a:spcAft>
              <a:buClr>
                <a:srgbClr val="FFCD00"/>
              </a:buClr>
              <a:buSzPts val="2400"/>
              <a:buFont typeface="Quattrocento Sans"/>
              <a:buChar char="◉"/>
              <a:defRPr sz="2400">
                <a:latin typeface="Quattrocento Sans"/>
                <a:ea typeface="Quattrocento Sans"/>
                <a:cs typeface="Quattrocento Sans"/>
                <a:sym typeface="Quattrocento Sans"/>
              </a:defRPr>
            </a:lvl1pPr>
            <a:lvl2pPr marL="914400" lvl="1" indent="-355600" rtl="0">
              <a:spcBef>
                <a:spcPts val="0"/>
              </a:spcBef>
              <a:spcAft>
                <a:spcPts val="0"/>
              </a:spcAft>
              <a:buClr>
                <a:srgbClr val="FFCD00"/>
              </a:buClr>
              <a:buSzPts val="2000"/>
              <a:buFont typeface="Quattrocento Sans"/>
              <a:buChar char="○"/>
              <a:defRPr sz="2000">
                <a:latin typeface="Quattrocento Sans"/>
                <a:ea typeface="Quattrocento Sans"/>
                <a:cs typeface="Quattrocento Sans"/>
                <a:sym typeface="Quattrocento Sans"/>
              </a:defRPr>
            </a:lvl2pPr>
            <a:lvl3pPr marL="1371600" lvl="2" indent="-355600" rtl="0">
              <a:spcBef>
                <a:spcPts val="0"/>
              </a:spcBef>
              <a:spcAft>
                <a:spcPts val="0"/>
              </a:spcAft>
              <a:buClr>
                <a:srgbClr val="FFCD00"/>
              </a:buClr>
              <a:buSzPts val="2000"/>
              <a:buFont typeface="Quattrocento Sans"/>
              <a:buChar char="■"/>
              <a:defRPr sz="2000">
                <a:latin typeface="Quattrocento Sans"/>
                <a:ea typeface="Quattrocento Sans"/>
                <a:cs typeface="Quattrocento Sans"/>
                <a:sym typeface="Quattrocento Sans"/>
              </a:defRPr>
            </a:lvl3pPr>
            <a:lvl4pPr marL="1828800" lvl="3" indent="-342900" rtl="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4pPr>
            <a:lvl5pPr marL="2286000" lvl="4" indent="-342900" rtl="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5pPr>
            <a:lvl6pPr marL="2743200" lvl="5" indent="-342900" rtl="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6pPr>
            <a:lvl7pPr marL="3200400" lvl="6" indent="-342900" rtl="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7pPr>
            <a:lvl8pPr marL="3657600" lvl="7" indent="-342900" rtl="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8pPr>
            <a:lvl9pPr marL="4114800" lvl="8" indent="-342900" rtl="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9pPr>
          </a:lstStyle>
          <a:p>
            <a:pPr lvl="0"/>
            <a:r>
              <a:rPr lang="en-US" smtClean="0"/>
              <a:t>Edit Master text styles</a:t>
            </a:r>
          </a:p>
        </p:txBody>
      </p:sp>
      <p:cxnSp>
        <p:nvCxnSpPr>
          <p:cNvPr id="31" name="Google Shape;31;p5"/>
          <p:cNvCxnSpPr/>
          <p:nvPr/>
        </p:nvCxnSpPr>
        <p:spPr>
          <a:xfrm>
            <a:off x="5265650" y="1508967"/>
            <a:ext cx="3878400" cy="0"/>
          </a:xfrm>
          <a:prstGeom prst="straightConnector1">
            <a:avLst/>
          </a:prstGeom>
          <a:noFill/>
          <a:ln w="9525" cap="flat" cmpd="sng">
            <a:solidFill>
              <a:srgbClr val="CCCCCC"/>
            </a:solidFill>
            <a:prstDash val="solid"/>
            <a:round/>
            <a:headEnd type="none" w="med" len="med"/>
            <a:tailEnd type="none" w="med" len="med"/>
          </a:ln>
        </p:spPr>
      </p:cxnSp>
      <p:sp>
        <p:nvSpPr>
          <p:cNvPr id="32" name="Google Shape;32;p5"/>
          <p:cNvSpPr txBox="1">
            <a:spLocks noGrp="1"/>
          </p:cNvSpPr>
          <p:nvPr>
            <p:ph type="sldNum" idx="12"/>
          </p:nvPr>
        </p:nvSpPr>
        <p:spPr>
          <a:xfrm>
            <a:off x="8543227" y="6333135"/>
            <a:ext cx="5487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15151075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1381250" y="1230224"/>
            <a:ext cx="3878400" cy="580800"/>
          </a:xfrm>
          <a:prstGeom prst="rect">
            <a:avLst/>
          </a:prstGeom>
        </p:spPr>
        <p:txBody>
          <a:bodyPr spcFirstLastPara="1" wrap="square" lIns="91425" tIns="91425" rIns="91425" bIns="91425" anchor="ctr"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r>
              <a:rPr lang="en-US" smtClean="0"/>
              <a:t>Click to edit Master title style</a:t>
            </a:r>
            <a:endParaRPr/>
          </a:p>
        </p:txBody>
      </p:sp>
      <p:sp>
        <p:nvSpPr>
          <p:cNvPr id="35" name="Google Shape;35;p6"/>
          <p:cNvSpPr txBox="1">
            <a:spLocks noGrp="1"/>
          </p:cNvSpPr>
          <p:nvPr>
            <p:ph type="body" idx="1"/>
          </p:nvPr>
        </p:nvSpPr>
        <p:spPr>
          <a:xfrm>
            <a:off x="1381250" y="2158267"/>
            <a:ext cx="3425400" cy="4308000"/>
          </a:xfrm>
          <a:prstGeom prst="rect">
            <a:avLst/>
          </a:prstGeom>
        </p:spPr>
        <p:txBody>
          <a:bodyPr spcFirstLastPara="1" wrap="square" lIns="91425" tIns="91425" rIns="91425" bIns="91425" anchor="t" anchorCtr="0"/>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a:lvl2pPr>
            <a:lvl3pPr marL="1371600" lvl="2" indent="-355600">
              <a:spcBef>
                <a:spcPts val="0"/>
              </a:spcBef>
              <a:spcAft>
                <a:spcPts val="0"/>
              </a:spcAft>
              <a:buSzPts val="2000"/>
              <a:buChar char="■"/>
              <a:defRPr/>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en-US" smtClean="0"/>
              <a:t>Edit Master text styles</a:t>
            </a:r>
          </a:p>
        </p:txBody>
      </p:sp>
      <p:sp>
        <p:nvSpPr>
          <p:cNvPr id="36" name="Google Shape;36;p6"/>
          <p:cNvSpPr txBox="1">
            <a:spLocks noGrp="1"/>
          </p:cNvSpPr>
          <p:nvPr>
            <p:ph type="body" idx="2"/>
          </p:nvPr>
        </p:nvSpPr>
        <p:spPr>
          <a:xfrm>
            <a:off x="5012916" y="2158267"/>
            <a:ext cx="3425400" cy="4308000"/>
          </a:xfrm>
          <a:prstGeom prst="rect">
            <a:avLst/>
          </a:prstGeom>
        </p:spPr>
        <p:txBody>
          <a:bodyPr spcFirstLastPara="1" wrap="square" lIns="91425" tIns="91425" rIns="91425" bIns="91425" anchor="t" anchorCtr="0"/>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a:lvl2pPr>
            <a:lvl3pPr marL="1371600" lvl="2" indent="-355600">
              <a:spcBef>
                <a:spcPts val="0"/>
              </a:spcBef>
              <a:spcAft>
                <a:spcPts val="0"/>
              </a:spcAft>
              <a:buSzPts val="2000"/>
              <a:buChar char="■"/>
              <a:defRPr/>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en-US" smtClean="0"/>
              <a:t>Edit Master text styles</a:t>
            </a:r>
          </a:p>
        </p:txBody>
      </p:sp>
      <p:cxnSp>
        <p:nvCxnSpPr>
          <p:cNvPr id="37" name="Google Shape;37;p6"/>
          <p:cNvCxnSpPr/>
          <p:nvPr/>
        </p:nvCxnSpPr>
        <p:spPr>
          <a:xfrm>
            <a:off x="0" y="1508967"/>
            <a:ext cx="1375800" cy="0"/>
          </a:xfrm>
          <a:prstGeom prst="straightConnector1">
            <a:avLst/>
          </a:prstGeom>
          <a:noFill/>
          <a:ln w="9525" cap="flat" cmpd="sng">
            <a:solidFill>
              <a:srgbClr val="CCCCCC"/>
            </a:solidFill>
            <a:prstDash val="solid"/>
            <a:round/>
            <a:headEnd type="none" w="med" len="med"/>
            <a:tailEnd type="none" w="med" len="med"/>
          </a:ln>
        </p:spPr>
      </p:cxnSp>
      <p:sp>
        <p:nvSpPr>
          <p:cNvPr id="38" name="Google Shape;38;p6"/>
          <p:cNvSpPr/>
          <p:nvPr/>
        </p:nvSpPr>
        <p:spPr>
          <a:xfrm>
            <a:off x="817475" y="1238356"/>
            <a:ext cx="405900" cy="541200"/>
          </a:xfrm>
          <a:prstGeom prst="ellipse">
            <a:avLst/>
          </a:prstGeom>
          <a:solidFill>
            <a:srgbClr val="FFC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cxnSp>
        <p:nvCxnSpPr>
          <p:cNvPr id="39" name="Google Shape;39;p6"/>
          <p:cNvCxnSpPr/>
          <p:nvPr/>
        </p:nvCxnSpPr>
        <p:spPr>
          <a:xfrm>
            <a:off x="5265650" y="1508967"/>
            <a:ext cx="3878400" cy="0"/>
          </a:xfrm>
          <a:prstGeom prst="straightConnector1">
            <a:avLst/>
          </a:prstGeom>
          <a:noFill/>
          <a:ln w="9525" cap="flat" cmpd="sng">
            <a:solidFill>
              <a:srgbClr val="CCCCCC"/>
            </a:solidFill>
            <a:prstDash val="solid"/>
            <a:round/>
            <a:headEnd type="none" w="med" len="med"/>
            <a:tailEnd type="none" w="med" len="med"/>
          </a:ln>
        </p:spPr>
      </p:cxnSp>
      <p:sp>
        <p:nvSpPr>
          <p:cNvPr id="40" name="Google Shape;40;p6"/>
          <p:cNvSpPr txBox="1">
            <a:spLocks noGrp="1"/>
          </p:cNvSpPr>
          <p:nvPr>
            <p:ph type="sldNum" idx="12"/>
          </p:nvPr>
        </p:nvSpPr>
        <p:spPr>
          <a:xfrm>
            <a:off x="8543227" y="6333135"/>
            <a:ext cx="5487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7118385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1381250" y="1230224"/>
            <a:ext cx="3878400" cy="580800"/>
          </a:xfrm>
          <a:prstGeom prst="rect">
            <a:avLst/>
          </a:prstGeom>
        </p:spPr>
        <p:txBody>
          <a:bodyPr spcFirstLastPara="1" wrap="square" lIns="91425" tIns="91425" rIns="91425" bIns="91425" anchor="ctr" anchorCtr="0"/>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r>
              <a:rPr lang="en-US" smtClean="0"/>
              <a:t>Click to edit Master title style</a:t>
            </a:r>
            <a:endParaRPr/>
          </a:p>
        </p:txBody>
      </p:sp>
      <p:sp>
        <p:nvSpPr>
          <p:cNvPr id="43" name="Google Shape;43;p7"/>
          <p:cNvSpPr txBox="1">
            <a:spLocks noGrp="1"/>
          </p:cNvSpPr>
          <p:nvPr>
            <p:ph type="body" idx="1"/>
          </p:nvPr>
        </p:nvSpPr>
        <p:spPr>
          <a:xfrm>
            <a:off x="1381250" y="2201433"/>
            <a:ext cx="2334000" cy="41632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pPr lvl="0"/>
            <a:r>
              <a:rPr lang="en-US" smtClean="0"/>
              <a:t>Edit Master text styles</a:t>
            </a:r>
          </a:p>
        </p:txBody>
      </p:sp>
      <p:sp>
        <p:nvSpPr>
          <p:cNvPr id="44" name="Google Shape;44;p7"/>
          <p:cNvSpPr txBox="1">
            <a:spLocks noGrp="1"/>
          </p:cNvSpPr>
          <p:nvPr>
            <p:ph type="body" idx="2"/>
          </p:nvPr>
        </p:nvSpPr>
        <p:spPr>
          <a:xfrm>
            <a:off x="3834912" y="2201433"/>
            <a:ext cx="2334000" cy="41632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pPr lvl="0"/>
            <a:r>
              <a:rPr lang="en-US" smtClean="0"/>
              <a:t>Edit Master text styles</a:t>
            </a:r>
          </a:p>
        </p:txBody>
      </p:sp>
      <p:sp>
        <p:nvSpPr>
          <p:cNvPr id="45" name="Google Shape;45;p7"/>
          <p:cNvSpPr txBox="1">
            <a:spLocks noGrp="1"/>
          </p:cNvSpPr>
          <p:nvPr>
            <p:ph type="body" idx="3"/>
          </p:nvPr>
        </p:nvSpPr>
        <p:spPr>
          <a:xfrm>
            <a:off x="6288573" y="2201433"/>
            <a:ext cx="2334000" cy="41632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pPr lvl="0"/>
            <a:r>
              <a:rPr lang="en-US" smtClean="0"/>
              <a:t>Edit Master text styles</a:t>
            </a:r>
          </a:p>
        </p:txBody>
      </p:sp>
      <p:cxnSp>
        <p:nvCxnSpPr>
          <p:cNvPr id="46" name="Google Shape;46;p7"/>
          <p:cNvCxnSpPr/>
          <p:nvPr/>
        </p:nvCxnSpPr>
        <p:spPr>
          <a:xfrm>
            <a:off x="0" y="1508967"/>
            <a:ext cx="1375800" cy="0"/>
          </a:xfrm>
          <a:prstGeom prst="straightConnector1">
            <a:avLst/>
          </a:prstGeom>
          <a:noFill/>
          <a:ln w="9525" cap="flat" cmpd="sng">
            <a:solidFill>
              <a:srgbClr val="CCCCCC"/>
            </a:solidFill>
            <a:prstDash val="solid"/>
            <a:round/>
            <a:headEnd type="none" w="med" len="med"/>
            <a:tailEnd type="none" w="med" len="med"/>
          </a:ln>
        </p:spPr>
      </p:cxnSp>
      <p:sp>
        <p:nvSpPr>
          <p:cNvPr id="47" name="Google Shape;47;p7"/>
          <p:cNvSpPr/>
          <p:nvPr/>
        </p:nvSpPr>
        <p:spPr>
          <a:xfrm>
            <a:off x="817475" y="1238356"/>
            <a:ext cx="405900" cy="541200"/>
          </a:xfrm>
          <a:prstGeom prst="ellipse">
            <a:avLst/>
          </a:prstGeom>
          <a:solidFill>
            <a:srgbClr val="FFC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cxnSp>
        <p:nvCxnSpPr>
          <p:cNvPr id="48" name="Google Shape;48;p7"/>
          <p:cNvCxnSpPr/>
          <p:nvPr/>
        </p:nvCxnSpPr>
        <p:spPr>
          <a:xfrm>
            <a:off x="5265650" y="1508967"/>
            <a:ext cx="3878400" cy="0"/>
          </a:xfrm>
          <a:prstGeom prst="straightConnector1">
            <a:avLst/>
          </a:prstGeom>
          <a:noFill/>
          <a:ln w="9525" cap="flat" cmpd="sng">
            <a:solidFill>
              <a:srgbClr val="CCCCCC"/>
            </a:solidFill>
            <a:prstDash val="solid"/>
            <a:round/>
            <a:headEnd type="none" w="med" len="med"/>
            <a:tailEnd type="none" w="med" len="med"/>
          </a:ln>
        </p:spPr>
      </p:cxnSp>
      <p:sp>
        <p:nvSpPr>
          <p:cNvPr id="49" name="Google Shape;49;p7"/>
          <p:cNvSpPr txBox="1">
            <a:spLocks noGrp="1"/>
          </p:cNvSpPr>
          <p:nvPr>
            <p:ph type="sldNum" idx="12"/>
          </p:nvPr>
        </p:nvSpPr>
        <p:spPr>
          <a:xfrm>
            <a:off x="8543227" y="6333135"/>
            <a:ext cx="5487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95847033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1381250" y="1249500"/>
            <a:ext cx="3878400" cy="580800"/>
          </a:xfrm>
          <a:prstGeom prst="rect">
            <a:avLst/>
          </a:prstGeom>
        </p:spPr>
        <p:txBody>
          <a:bodyPr spcFirstLastPara="1" wrap="square" lIns="91425" tIns="91425" rIns="91425" bIns="91425" anchor="ctr"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r>
              <a:rPr lang="en-US" smtClean="0"/>
              <a:t>Click to edit Master title style</a:t>
            </a:r>
            <a:endParaRPr/>
          </a:p>
        </p:txBody>
      </p:sp>
      <p:cxnSp>
        <p:nvCxnSpPr>
          <p:cNvPr id="52" name="Google Shape;52;p8"/>
          <p:cNvCxnSpPr/>
          <p:nvPr/>
        </p:nvCxnSpPr>
        <p:spPr>
          <a:xfrm>
            <a:off x="0" y="1508967"/>
            <a:ext cx="1375800" cy="0"/>
          </a:xfrm>
          <a:prstGeom prst="straightConnector1">
            <a:avLst/>
          </a:prstGeom>
          <a:noFill/>
          <a:ln w="9525" cap="flat" cmpd="sng">
            <a:solidFill>
              <a:srgbClr val="CCCCCC"/>
            </a:solidFill>
            <a:prstDash val="solid"/>
            <a:round/>
            <a:headEnd type="none" w="med" len="med"/>
            <a:tailEnd type="none" w="med" len="med"/>
          </a:ln>
        </p:spPr>
      </p:cxnSp>
      <p:sp>
        <p:nvSpPr>
          <p:cNvPr id="53" name="Google Shape;53;p8"/>
          <p:cNvSpPr/>
          <p:nvPr/>
        </p:nvSpPr>
        <p:spPr>
          <a:xfrm>
            <a:off x="817475" y="1238356"/>
            <a:ext cx="405900" cy="541200"/>
          </a:xfrm>
          <a:prstGeom prst="ellipse">
            <a:avLst/>
          </a:prstGeom>
          <a:solidFill>
            <a:srgbClr val="FFC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cxnSp>
        <p:nvCxnSpPr>
          <p:cNvPr id="54" name="Google Shape;54;p8"/>
          <p:cNvCxnSpPr/>
          <p:nvPr/>
        </p:nvCxnSpPr>
        <p:spPr>
          <a:xfrm>
            <a:off x="5265650" y="1508967"/>
            <a:ext cx="3878400" cy="0"/>
          </a:xfrm>
          <a:prstGeom prst="straightConnector1">
            <a:avLst/>
          </a:prstGeom>
          <a:noFill/>
          <a:ln w="9525" cap="flat" cmpd="sng">
            <a:solidFill>
              <a:srgbClr val="CCCCCC"/>
            </a:solidFill>
            <a:prstDash val="solid"/>
            <a:round/>
            <a:headEnd type="none" w="med" len="med"/>
            <a:tailEnd type="none" w="med" len="med"/>
          </a:ln>
        </p:spPr>
      </p:cxnSp>
      <p:sp>
        <p:nvSpPr>
          <p:cNvPr id="55" name="Google Shape;55;p8"/>
          <p:cNvSpPr txBox="1">
            <a:spLocks noGrp="1"/>
          </p:cNvSpPr>
          <p:nvPr>
            <p:ph type="sldNum" idx="12"/>
          </p:nvPr>
        </p:nvSpPr>
        <p:spPr>
          <a:xfrm>
            <a:off x="8543227" y="6333135"/>
            <a:ext cx="5487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74450721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6"/>
        <p:cNvGrpSpPr/>
        <p:nvPr/>
      </p:nvGrpSpPr>
      <p:grpSpPr>
        <a:xfrm>
          <a:off x="0" y="0"/>
          <a:ext cx="0" cy="0"/>
          <a:chOff x="0" y="0"/>
          <a:chExt cx="0" cy="0"/>
        </a:xfrm>
      </p:grpSpPr>
      <p:sp>
        <p:nvSpPr>
          <p:cNvPr id="57" name="Google Shape;57;p9"/>
          <p:cNvSpPr txBox="1">
            <a:spLocks noGrp="1"/>
          </p:cNvSpPr>
          <p:nvPr>
            <p:ph type="body" idx="1"/>
          </p:nvPr>
        </p:nvSpPr>
        <p:spPr>
          <a:xfrm>
            <a:off x="1990450" y="5383167"/>
            <a:ext cx="5163000" cy="692800"/>
          </a:xfrm>
          <a:prstGeom prst="rect">
            <a:avLst/>
          </a:prstGeom>
        </p:spPr>
        <p:txBody>
          <a:bodyPr spcFirstLastPara="1" wrap="square" lIns="91425" tIns="91425" rIns="91425" bIns="91425" anchor="b" anchorCtr="0"/>
          <a:lstStyle>
            <a:lvl1pPr marL="457200" lvl="0" indent="-228600" algn="ctr">
              <a:spcBef>
                <a:spcPts val="360"/>
              </a:spcBef>
              <a:spcAft>
                <a:spcPts val="0"/>
              </a:spcAft>
              <a:buSzPts val="1400"/>
              <a:buFont typeface="Lora"/>
              <a:buNone/>
              <a:defRPr sz="1400" i="1">
                <a:latin typeface="Lora"/>
                <a:ea typeface="Lora"/>
                <a:cs typeface="Lora"/>
                <a:sym typeface="Lora"/>
              </a:defRPr>
            </a:lvl1pPr>
          </a:lstStyle>
          <a:p>
            <a:pPr lvl="0"/>
            <a:r>
              <a:rPr lang="en-US" smtClean="0"/>
              <a:t>Edit Master text styles</a:t>
            </a:r>
          </a:p>
        </p:txBody>
      </p:sp>
      <p:cxnSp>
        <p:nvCxnSpPr>
          <p:cNvPr id="58" name="Google Shape;58;p9"/>
          <p:cNvCxnSpPr/>
          <p:nvPr/>
        </p:nvCxnSpPr>
        <p:spPr>
          <a:xfrm>
            <a:off x="-6025" y="6221505"/>
            <a:ext cx="9162000" cy="0"/>
          </a:xfrm>
          <a:prstGeom prst="straightConnector1">
            <a:avLst/>
          </a:prstGeom>
          <a:noFill/>
          <a:ln w="9525" cap="flat" cmpd="sng">
            <a:solidFill>
              <a:srgbClr val="CCCCCC"/>
            </a:solidFill>
            <a:prstDash val="solid"/>
            <a:round/>
            <a:headEnd type="none" w="med" len="med"/>
            <a:tailEnd type="none" w="med" len="med"/>
          </a:ln>
        </p:spPr>
      </p:cxnSp>
      <p:sp>
        <p:nvSpPr>
          <p:cNvPr id="59" name="Google Shape;59;p9"/>
          <p:cNvSpPr/>
          <p:nvPr/>
        </p:nvSpPr>
        <p:spPr>
          <a:xfrm>
            <a:off x="4457400" y="6068661"/>
            <a:ext cx="229200" cy="305600"/>
          </a:xfrm>
          <a:prstGeom prst="ellipse">
            <a:avLst/>
          </a:prstGeom>
          <a:solidFill>
            <a:srgbClr val="FFC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0" name="Google Shape;60;p9"/>
          <p:cNvSpPr txBox="1">
            <a:spLocks noGrp="1"/>
          </p:cNvSpPr>
          <p:nvPr>
            <p:ph type="sldNum" idx="12"/>
          </p:nvPr>
        </p:nvSpPr>
        <p:spPr>
          <a:xfrm>
            <a:off x="4297650" y="6374267"/>
            <a:ext cx="548700" cy="483600"/>
          </a:xfrm>
          <a:prstGeom prst="rect">
            <a:avLst/>
          </a:prstGeom>
        </p:spPr>
        <p:txBody>
          <a:bodyPr spcFirstLastPara="1" wrap="square" lIns="91425" tIns="91425" rIns="91425" bIns="91425" anchor="ctr" anchorCtr="0">
            <a:noAutofit/>
          </a:bodyPr>
          <a:lstStyle>
            <a:lvl1pPr lvl="0" algn="ctr" rtl="0">
              <a:buNone/>
              <a:defRPr>
                <a:latin typeface="Lora"/>
                <a:ea typeface="Lora"/>
                <a:cs typeface="Lora"/>
                <a:sym typeface="Lora"/>
              </a:defRPr>
            </a:lvl1pPr>
            <a:lvl2pPr lvl="1" algn="ctr" rtl="0">
              <a:buNone/>
              <a:defRPr>
                <a:latin typeface="Lora"/>
                <a:ea typeface="Lora"/>
                <a:cs typeface="Lora"/>
                <a:sym typeface="Lora"/>
              </a:defRPr>
            </a:lvl2pPr>
            <a:lvl3pPr lvl="2" algn="ctr" rtl="0">
              <a:buNone/>
              <a:defRPr>
                <a:latin typeface="Lora"/>
                <a:ea typeface="Lora"/>
                <a:cs typeface="Lora"/>
                <a:sym typeface="Lora"/>
              </a:defRPr>
            </a:lvl3pPr>
            <a:lvl4pPr lvl="3" algn="ctr" rtl="0">
              <a:buNone/>
              <a:defRPr>
                <a:latin typeface="Lora"/>
                <a:ea typeface="Lora"/>
                <a:cs typeface="Lora"/>
                <a:sym typeface="Lora"/>
              </a:defRPr>
            </a:lvl4pPr>
            <a:lvl5pPr lvl="4" algn="ctr" rtl="0">
              <a:buNone/>
              <a:defRPr>
                <a:latin typeface="Lora"/>
                <a:ea typeface="Lora"/>
                <a:cs typeface="Lora"/>
                <a:sym typeface="Lora"/>
              </a:defRPr>
            </a:lvl5pPr>
            <a:lvl6pPr lvl="5" algn="ctr" rtl="0">
              <a:buNone/>
              <a:defRPr>
                <a:latin typeface="Lora"/>
                <a:ea typeface="Lora"/>
                <a:cs typeface="Lora"/>
                <a:sym typeface="Lora"/>
              </a:defRPr>
            </a:lvl6pPr>
            <a:lvl7pPr lvl="6" algn="ctr" rtl="0">
              <a:buNone/>
              <a:defRPr>
                <a:latin typeface="Lora"/>
                <a:ea typeface="Lora"/>
                <a:cs typeface="Lora"/>
                <a:sym typeface="Lora"/>
              </a:defRPr>
            </a:lvl7pPr>
            <a:lvl8pPr lvl="7" algn="ctr" rtl="0">
              <a:buNone/>
              <a:defRPr>
                <a:latin typeface="Lora"/>
                <a:ea typeface="Lora"/>
                <a:cs typeface="Lora"/>
                <a:sym typeface="Lora"/>
              </a:defRPr>
            </a:lvl8pPr>
            <a:lvl9pPr lvl="8" algn="ctr" rtl="0">
              <a:buNone/>
              <a:defRPr>
                <a:latin typeface="Lora"/>
                <a:ea typeface="Lora"/>
                <a:cs typeface="Lora"/>
                <a:sym typeface="Lora"/>
              </a:defRPr>
            </a:lvl9p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96018641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cxnSp>
        <p:nvCxnSpPr>
          <p:cNvPr id="62" name="Google Shape;62;p10"/>
          <p:cNvCxnSpPr/>
          <p:nvPr/>
        </p:nvCxnSpPr>
        <p:spPr>
          <a:xfrm>
            <a:off x="-6025" y="6018305"/>
            <a:ext cx="9162000" cy="0"/>
          </a:xfrm>
          <a:prstGeom prst="straightConnector1">
            <a:avLst/>
          </a:prstGeom>
          <a:noFill/>
          <a:ln w="9525" cap="flat" cmpd="sng">
            <a:solidFill>
              <a:srgbClr val="CCCCCC"/>
            </a:solidFill>
            <a:prstDash val="solid"/>
            <a:round/>
            <a:headEnd type="none" w="med" len="med"/>
            <a:tailEnd type="none" w="med" len="med"/>
          </a:ln>
        </p:spPr>
      </p:cxnSp>
      <p:sp>
        <p:nvSpPr>
          <p:cNvPr id="63" name="Google Shape;63;p10"/>
          <p:cNvSpPr/>
          <p:nvPr/>
        </p:nvSpPr>
        <p:spPr>
          <a:xfrm>
            <a:off x="4293700" y="5647207"/>
            <a:ext cx="556500" cy="742000"/>
          </a:xfrm>
          <a:prstGeom prst="ellipse">
            <a:avLst/>
          </a:prstGeom>
          <a:solidFill>
            <a:srgbClr val="FFCD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64" name="Google Shape;64;p10"/>
          <p:cNvSpPr txBox="1">
            <a:spLocks noGrp="1"/>
          </p:cNvSpPr>
          <p:nvPr>
            <p:ph type="sldNum" idx="12"/>
          </p:nvPr>
        </p:nvSpPr>
        <p:spPr>
          <a:xfrm>
            <a:off x="4297650" y="6389200"/>
            <a:ext cx="548700" cy="468800"/>
          </a:xfrm>
          <a:prstGeom prst="rect">
            <a:avLst/>
          </a:prstGeom>
        </p:spPr>
        <p:txBody>
          <a:bodyPr spcFirstLastPara="1" wrap="square" lIns="91425" tIns="91425" rIns="91425" bIns="91425" anchor="ctr" anchorCtr="0">
            <a:noAutofit/>
          </a:bodyPr>
          <a:lstStyle>
            <a:lvl1pPr lvl="0" algn="ctr" rtl="0">
              <a:buNone/>
              <a:defRPr>
                <a:latin typeface="Lora"/>
                <a:ea typeface="Lora"/>
                <a:cs typeface="Lora"/>
                <a:sym typeface="Lora"/>
              </a:defRPr>
            </a:lvl1pPr>
            <a:lvl2pPr lvl="1" algn="ctr" rtl="0">
              <a:buNone/>
              <a:defRPr>
                <a:latin typeface="Lora"/>
                <a:ea typeface="Lora"/>
                <a:cs typeface="Lora"/>
                <a:sym typeface="Lora"/>
              </a:defRPr>
            </a:lvl2pPr>
            <a:lvl3pPr lvl="2" algn="ctr" rtl="0">
              <a:buNone/>
              <a:defRPr>
                <a:latin typeface="Lora"/>
                <a:ea typeface="Lora"/>
                <a:cs typeface="Lora"/>
                <a:sym typeface="Lora"/>
              </a:defRPr>
            </a:lvl3pPr>
            <a:lvl4pPr lvl="3" algn="ctr" rtl="0">
              <a:buNone/>
              <a:defRPr>
                <a:latin typeface="Lora"/>
                <a:ea typeface="Lora"/>
                <a:cs typeface="Lora"/>
                <a:sym typeface="Lora"/>
              </a:defRPr>
            </a:lvl4pPr>
            <a:lvl5pPr lvl="4" algn="ctr" rtl="0">
              <a:buNone/>
              <a:defRPr>
                <a:latin typeface="Lora"/>
                <a:ea typeface="Lora"/>
                <a:cs typeface="Lora"/>
                <a:sym typeface="Lora"/>
              </a:defRPr>
            </a:lvl5pPr>
            <a:lvl6pPr lvl="5" algn="ctr" rtl="0">
              <a:buNone/>
              <a:defRPr>
                <a:latin typeface="Lora"/>
                <a:ea typeface="Lora"/>
                <a:cs typeface="Lora"/>
                <a:sym typeface="Lora"/>
              </a:defRPr>
            </a:lvl6pPr>
            <a:lvl7pPr lvl="6" algn="ctr" rtl="0">
              <a:buNone/>
              <a:defRPr>
                <a:latin typeface="Lora"/>
                <a:ea typeface="Lora"/>
                <a:cs typeface="Lora"/>
                <a:sym typeface="Lora"/>
              </a:defRPr>
            </a:lvl7pPr>
            <a:lvl8pPr lvl="7" algn="ctr" rtl="0">
              <a:buNone/>
              <a:defRPr>
                <a:latin typeface="Lora"/>
                <a:ea typeface="Lora"/>
                <a:cs typeface="Lora"/>
                <a:sym typeface="Lora"/>
              </a:defRPr>
            </a:lvl8pPr>
            <a:lvl9pPr lvl="8" algn="ctr" rtl="0">
              <a:buNone/>
              <a:defRPr>
                <a:latin typeface="Lora"/>
                <a:ea typeface="Lora"/>
                <a:cs typeface="Lora"/>
                <a:sym typeface="Lora"/>
              </a:defRPr>
            </a:lvl9pPr>
          </a:lstStyle>
          <a:p>
            <a:pPr marL="0" marR="0" lvl="0" indent="0" algn="r" rtl="0">
              <a:spcBef>
                <a:spcPts val="0"/>
              </a:spcBef>
              <a:buSzPct val="25000"/>
              <a:buNone/>
            </a:pPr>
            <a:fld id="{00000000-1234-1234-1234-123412341234}" type="slidenum">
              <a:rPr lang="en-US" sz="900" b="0" i="0" u="none" strike="noStrike" cap="none" smtClean="0">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86926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letely blank">
  <p:cSld name="Completely blank">
    <p:spTree>
      <p:nvGrpSpPr>
        <p:cNvPr id="1" name="Shape 65"/>
        <p:cNvGrpSpPr/>
        <p:nvPr/>
      </p:nvGrpSpPr>
      <p:grpSpPr>
        <a:xfrm>
          <a:off x="0" y="0"/>
          <a:ext cx="0" cy="0"/>
          <a:chOff x="0" y="0"/>
          <a:chExt cx="0" cy="0"/>
        </a:xfrm>
      </p:grpSpPr>
      <p:sp>
        <p:nvSpPr>
          <p:cNvPr id="66" name="Google Shape;66;p11"/>
          <p:cNvSpPr txBox="1">
            <a:spLocks noGrp="1"/>
          </p:cNvSpPr>
          <p:nvPr>
            <p:ph type="sldNum" idx="12"/>
          </p:nvPr>
        </p:nvSpPr>
        <p:spPr>
          <a:xfrm>
            <a:off x="8543227" y="6333135"/>
            <a:ext cx="5487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52176384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lvl="0"/>
            <a:r>
              <a:rPr lang="en-US"/>
              <a:t>Edit Master text styles</a:t>
            </a:r>
          </a:p>
        </p:txBody>
      </p:sp>
      <p:sp>
        <p:nvSpPr>
          <p:cNvPr id="27" name="Shape 27"/>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495759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Figure + Caption">
    <p:spTree>
      <p:nvGrpSpPr>
        <p:cNvPr id="1" name="Shape 53"/>
        <p:cNvGrpSpPr/>
        <p:nvPr/>
      </p:nvGrpSpPr>
      <p:grpSpPr>
        <a:xfrm>
          <a:off x="0" y="0"/>
          <a:ext cx="0" cy="0"/>
          <a:chOff x="0" y="0"/>
          <a:chExt cx="0" cy="0"/>
        </a:xfrm>
      </p:grpSpPr>
      <p:sp>
        <p:nvSpPr>
          <p:cNvPr id="54" name="Shape 54"/>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55" name="Shape 55"/>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
        <p:nvSpPr>
          <p:cNvPr id="9" name="Content Placeholder 3">
            <a:extLst>
              <a:ext uri="{FF2B5EF4-FFF2-40B4-BE49-F238E27FC236}">
                <a16:creationId xmlns:a16="http://schemas.microsoft.com/office/drawing/2014/main" id="{211BB07C-705F-4113-A2C5-779D6EA64D97}"/>
              </a:ext>
            </a:extLst>
          </p:cNvPr>
          <p:cNvSpPr>
            <a:spLocks noGrp="1"/>
          </p:cNvSpPr>
          <p:nvPr>
            <p:ph sz="quarter" idx="14"/>
          </p:nvPr>
        </p:nvSpPr>
        <p:spPr>
          <a:xfrm>
            <a:off x="457200" y="1556326"/>
            <a:ext cx="8229600" cy="3391783"/>
          </a:xfrm>
        </p:spPr>
        <p:txBody>
          <a:bodyPr/>
          <a:lstStyle/>
          <a:p>
            <a:pPr lvl="0"/>
            <a:r>
              <a:rPr lang="en-US" dirty="0"/>
              <a:t>Edit Master text styles</a:t>
            </a:r>
          </a:p>
        </p:txBody>
      </p:sp>
    </p:spTree>
    <p:extLst>
      <p:ext uri="{BB962C8B-B14F-4D97-AF65-F5344CB8AC3E}">
        <p14:creationId xmlns:p14="http://schemas.microsoft.com/office/powerpoint/2010/main" val="4246762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hasCustomPrompt="1"/>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63" name="Shape 63"/>
          <p:cNvSpPr txBox="1">
            <a:spLocks noGrp="1"/>
          </p:cNvSpPr>
          <p:nvPr>
            <p:ph type="body" idx="1" hasCustomPrompt="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r>
              <a:rPr lang="en-US" dirty="0"/>
              <a:t>Click to add Learning Objective(s)</a:t>
            </a:r>
            <a:endParaRPr dirty="0"/>
          </a:p>
        </p:txBody>
      </p:sp>
      <p:sp>
        <p:nvSpPr>
          <p:cNvPr id="64" name="Shape 64"/>
          <p:cNvSpPr txBox="1">
            <a:spLocks noGrp="1"/>
          </p:cNvSpPr>
          <p:nvPr>
            <p:ph type="body" idx="2"/>
          </p:nvPr>
        </p:nvSpPr>
        <p:spPr>
          <a:xfrm>
            <a:off x="457200" y="1358678"/>
            <a:ext cx="8229600" cy="4767485"/>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763973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dirty="0"/>
          </a:p>
        </p:txBody>
      </p:sp>
      <p:sp>
        <p:nvSpPr>
          <p:cNvPr id="11" name="Text Placeholder 10">
            <a:extLst>
              <a:ext uri="{FF2B5EF4-FFF2-40B4-BE49-F238E27FC236}">
                <a16:creationId xmlns:a16="http://schemas.microsoft.com/office/drawing/2014/main" id="{F059F1CC-D06F-4B10-B166-6D6F2C786A37}"/>
              </a:ext>
            </a:extLst>
          </p:cNvPr>
          <p:cNvSpPr>
            <a:spLocks noGrp="1"/>
          </p:cNvSpPr>
          <p:nvPr>
            <p:ph type="body" sz="quarter" idx="15" hasCustomPrompt="1"/>
          </p:nvPr>
        </p:nvSpPr>
        <p:spPr>
          <a:xfrm>
            <a:off x="5192713" y="5399088"/>
            <a:ext cx="3592512" cy="490537"/>
          </a:xfrm>
        </p:spPr>
        <p:txBody>
          <a:bodyPr/>
          <a:lstStyle>
            <a:lvl1pPr marL="101600" indent="0">
              <a:buNone/>
              <a:defRPr sz="1200"/>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a:xfrm>
            <a:off x="6335712" y="113071"/>
            <a:ext cx="2133599" cy="182879"/>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a:xfrm>
            <a:off x="457200" y="6028611"/>
            <a:ext cx="8229600" cy="200549"/>
          </a:xfrm>
          <a:prstGeom prst="rect">
            <a:avLst/>
          </a:prstGeom>
        </p:spPr>
        <p:txBody>
          <a:bodyPr/>
          <a:lstStyle/>
          <a:p>
            <a:endParaRPr lang="en-US" dirty="0"/>
          </a:p>
        </p:txBody>
      </p:sp>
    </p:spTree>
    <p:extLst>
      <p:ext uri="{BB962C8B-B14F-4D97-AF65-F5344CB8AC3E}">
        <p14:creationId xmlns:p14="http://schemas.microsoft.com/office/powerpoint/2010/main" val="1660428200"/>
      </p:ext>
    </p:extLst>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91D3-E16C-46AB-9A90-0F52CA812534}"/>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957388"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22325" y="2643044"/>
            <a:ext cx="1957388"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22325" y="3613151"/>
            <a:ext cx="1957388"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6729412" y="1681163"/>
            <a:ext cx="1957388"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6729413" y="2651910"/>
            <a:ext cx="1957387"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6729413" y="3613151"/>
            <a:ext cx="1957387" cy="627063"/>
          </a:xfrm>
        </p:spPr>
        <p:txBody>
          <a:bodyPr/>
          <a:lstStyle>
            <a:lvl1pPr marL="101600" indent="0">
              <a:buNone/>
              <a:defRPr/>
            </a:lvl1pPr>
          </a:lstStyle>
          <a:p>
            <a:pPr lvl="0"/>
            <a:r>
              <a:rPr lang="en-US" dirty="0"/>
              <a:t>Label 6</a:t>
            </a:r>
          </a:p>
        </p:txBody>
      </p:sp>
      <p:sp>
        <p:nvSpPr>
          <p:cNvPr id="5" name="Footer Placeholder 4">
            <a:extLst>
              <a:ext uri="{FF2B5EF4-FFF2-40B4-BE49-F238E27FC236}">
                <a16:creationId xmlns:a16="http://schemas.microsoft.com/office/drawing/2014/main" id="{237B7866-709E-4B26-BCD7-5CF284C134CA}"/>
              </a:ext>
            </a:extLst>
          </p:cNvPr>
          <p:cNvSpPr>
            <a:spLocks noGrp="1"/>
          </p:cNvSpPr>
          <p:nvPr>
            <p:ph type="ftr" sz="quarter" idx="12"/>
          </p:nvPr>
        </p:nvSpPr>
        <p:spPr>
          <a:xfrm>
            <a:off x="457200" y="6028611"/>
            <a:ext cx="8229600" cy="200549"/>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a:xfrm>
            <a:off x="6335712" y="113071"/>
            <a:ext cx="2133599" cy="182879"/>
          </a:xfrm>
          <a:prstGeom prst="rect">
            <a:avLst/>
          </a:prstGeom>
        </p:spPr>
        <p:txBody>
          <a:bodyPr/>
          <a:lstStyle/>
          <a:p>
            <a:endParaRPr lang="en-US" dirty="0"/>
          </a:p>
        </p:txBody>
      </p:sp>
    </p:spTree>
    <p:extLst>
      <p:ext uri="{BB962C8B-B14F-4D97-AF65-F5344CB8AC3E}">
        <p14:creationId xmlns:p14="http://schemas.microsoft.com/office/powerpoint/2010/main" val="2027899165"/>
      </p:ext>
    </p:extLst>
  </p:cSld>
  <p:clrMapOvr>
    <a:masterClrMapping/>
  </p:clrMapOvr>
  <p:transition>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5" name="Footer Placeholder 4">
            <a:extLst>
              <a:ext uri="{FF2B5EF4-FFF2-40B4-BE49-F238E27FC236}">
                <a16:creationId xmlns:a16="http://schemas.microsoft.com/office/drawing/2014/main" id="{E2476705-5AD3-4E05-9DCF-CA01EBF96B12}"/>
              </a:ext>
            </a:extLst>
          </p:cNvPr>
          <p:cNvSpPr>
            <a:spLocks noGrp="1"/>
          </p:cNvSpPr>
          <p:nvPr>
            <p:ph type="ftr" sz="quarter" idx="12"/>
          </p:nvPr>
        </p:nvSpPr>
        <p:spPr>
          <a:xfrm>
            <a:off x="457200" y="6028611"/>
            <a:ext cx="8229600" cy="200549"/>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a:xfrm>
            <a:off x="6335712" y="113071"/>
            <a:ext cx="2133599" cy="182879"/>
          </a:xfrm>
          <a:prstGeom prst="rect">
            <a:avLst/>
          </a:prstGeom>
        </p:spPr>
        <p:txBody>
          <a:bodyPr/>
          <a:lstStyle/>
          <a:p>
            <a:endParaRPr lang="en-US" dirty="0"/>
          </a:p>
        </p:txBody>
      </p:sp>
    </p:spTree>
    <p:extLst>
      <p:ext uri="{BB962C8B-B14F-4D97-AF65-F5344CB8AC3E}">
        <p14:creationId xmlns:p14="http://schemas.microsoft.com/office/powerpoint/2010/main" val="648721486"/>
      </p:ext>
    </p:extLst>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700185" y="1360350"/>
            <a:ext cx="5807400" cy="1546500"/>
          </a:xfrm>
          <a:prstGeom prst="rect">
            <a:avLst/>
          </a:prstGeom>
        </p:spPr>
        <p:txBody>
          <a:bodyPr spcFirstLastPara="1" wrap="square" lIns="91425" tIns="91425" rIns="91425" bIns="91425" anchor="t" anchorCtr="0"/>
          <a:lstStyle>
            <a:lvl1pPr lvl="0">
              <a:spcBef>
                <a:spcPts val="0"/>
              </a:spcBef>
              <a:spcAft>
                <a:spcPts val="0"/>
              </a:spcAft>
              <a:buClr>
                <a:srgbClr val="0091EA"/>
              </a:buClr>
              <a:buSzPts val="6000"/>
              <a:buNone/>
              <a:defRPr sz="6000" b="1">
                <a:solidFill>
                  <a:srgbClr val="0091EA"/>
                </a:solidFill>
              </a:defRPr>
            </a:lvl1pPr>
            <a:lvl2pPr lvl="1">
              <a:spcBef>
                <a:spcPts val="0"/>
              </a:spcBef>
              <a:spcAft>
                <a:spcPts val="0"/>
              </a:spcAft>
              <a:buClr>
                <a:srgbClr val="0091EA"/>
              </a:buClr>
              <a:buSzPts val="6000"/>
              <a:buNone/>
              <a:defRPr sz="6000" b="1">
                <a:solidFill>
                  <a:srgbClr val="0091EA"/>
                </a:solidFill>
              </a:defRPr>
            </a:lvl2pPr>
            <a:lvl3pPr lvl="2">
              <a:spcBef>
                <a:spcPts val="0"/>
              </a:spcBef>
              <a:spcAft>
                <a:spcPts val="0"/>
              </a:spcAft>
              <a:buClr>
                <a:srgbClr val="0091EA"/>
              </a:buClr>
              <a:buSzPts val="6000"/>
              <a:buNone/>
              <a:defRPr sz="6000" b="1">
                <a:solidFill>
                  <a:srgbClr val="0091EA"/>
                </a:solidFill>
              </a:defRPr>
            </a:lvl3pPr>
            <a:lvl4pPr lvl="3">
              <a:spcBef>
                <a:spcPts val="0"/>
              </a:spcBef>
              <a:spcAft>
                <a:spcPts val="0"/>
              </a:spcAft>
              <a:buClr>
                <a:srgbClr val="0091EA"/>
              </a:buClr>
              <a:buSzPts val="6000"/>
              <a:buNone/>
              <a:defRPr sz="6000" b="1">
                <a:solidFill>
                  <a:srgbClr val="0091EA"/>
                </a:solidFill>
              </a:defRPr>
            </a:lvl4pPr>
            <a:lvl5pPr lvl="4">
              <a:spcBef>
                <a:spcPts val="0"/>
              </a:spcBef>
              <a:spcAft>
                <a:spcPts val="0"/>
              </a:spcAft>
              <a:buClr>
                <a:srgbClr val="0091EA"/>
              </a:buClr>
              <a:buSzPts val="6000"/>
              <a:buNone/>
              <a:defRPr sz="6000" b="1">
                <a:solidFill>
                  <a:srgbClr val="0091EA"/>
                </a:solidFill>
              </a:defRPr>
            </a:lvl5pPr>
            <a:lvl6pPr lvl="5">
              <a:spcBef>
                <a:spcPts val="0"/>
              </a:spcBef>
              <a:spcAft>
                <a:spcPts val="0"/>
              </a:spcAft>
              <a:buClr>
                <a:srgbClr val="0091EA"/>
              </a:buClr>
              <a:buSzPts val="6000"/>
              <a:buNone/>
              <a:defRPr sz="6000" b="1">
                <a:solidFill>
                  <a:srgbClr val="0091EA"/>
                </a:solidFill>
              </a:defRPr>
            </a:lvl6pPr>
            <a:lvl7pPr lvl="6">
              <a:spcBef>
                <a:spcPts val="0"/>
              </a:spcBef>
              <a:spcAft>
                <a:spcPts val="0"/>
              </a:spcAft>
              <a:buClr>
                <a:srgbClr val="0091EA"/>
              </a:buClr>
              <a:buSzPts val="6000"/>
              <a:buNone/>
              <a:defRPr sz="6000" b="1">
                <a:solidFill>
                  <a:srgbClr val="0091EA"/>
                </a:solidFill>
              </a:defRPr>
            </a:lvl7pPr>
            <a:lvl8pPr lvl="7">
              <a:spcBef>
                <a:spcPts val="0"/>
              </a:spcBef>
              <a:spcAft>
                <a:spcPts val="0"/>
              </a:spcAft>
              <a:buClr>
                <a:srgbClr val="0091EA"/>
              </a:buClr>
              <a:buSzPts val="6000"/>
              <a:buNone/>
              <a:defRPr sz="6000" b="1">
                <a:solidFill>
                  <a:srgbClr val="0091EA"/>
                </a:solidFill>
              </a:defRPr>
            </a:lvl8pPr>
            <a:lvl9pPr lvl="8">
              <a:spcBef>
                <a:spcPts val="0"/>
              </a:spcBef>
              <a:spcAft>
                <a:spcPts val="0"/>
              </a:spcAft>
              <a:buClr>
                <a:srgbClr val="0091EA"/>
              </a:buClr>
              <a:buSzPts val="6000"/>
              <a:buNone/>
              <a:defRPr sz="6000" b="1">
                <a:solidFill>
                  <a:srgbClr val="0091EA"/>
                </a:solidFill>
              </a:defRPr>
            </a:lvl9pPr>
          </a:lstStyle>
          <a:p>
            <a:r>
              <a:rPr lang="en-US" smtClean="0"/>
              <a:t>Click to edit Master title style</a:t>
            </a:r>
            <a:endParaRPr/>
          </a:p>
        </p:txBody>
      </p:sp>
      <p:sp>
        <p:nvSpPr>
          <p:cNvPr id="11" name="Google Shape;11;p2"/>
          <p:cNvSpPr/>
          <p:nvPr/>
        </p:nvSpPr>
        <p:spPr>
          <a:xfrm>
            <a:off x="6897625" y="6199950"/>
            <a:ext cx="126900" cy="126900"/>
          </a:xfrm>
          <a:prstGeom prst="ellipse">
            <a:avLst/>
          </a:prstGeom>
          <a:solidFill>
            <a:srgbClr val="0091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12;p2"/>
          <p:cNvSpPr/>
          <p:nvPr/>
        </p:nvSpPr>
        <p:spPr>
          <a:xfrm>
            <a:off x="7454375" y="5638800"/>
            <a:ext cx="126900" cy="126900"/>
          </a:xfrm>
          <a:prstGeom prst="ellipse">
            <a:avLst/>
          </a:prstGeom>
          <a:solidFill>
            <a:srgbClr val="0091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13;p2"/>
          <p:cNvSpPr/>
          <p:nvPr/>
        </p:nvSpPr>
        <p:spPr>
          <a:xfrm>
            <a:off x="8827727" y="4597554"/>
            <a:ext cx="75900" cy="75900"/>
          </a:xfrm>
          <a:prstGeom prst="ellipse">
            <a:avLst/>
          </a:prstGeom>
          <a:solidFill>
            <a:srgbClr val="0091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14;p2"/>
          <p:cNvSpPr/>
          <p:nvPr/>
        </p:nvSpPr>
        <p:spPr>
          <a:xfrm>
            <a:off x="8677050" y="6577875"/>
            <a:ext cx="126900" cy="126900"/>
          </a:xfrm>
          <a:prstGeom prst="ellipse">
            <a:avLst/>
          </a:prstGeom>
          <a:solidFill>
            <a:srgbClr val="0091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15;p2"/>
          <p:cNvSpPr/>
          <p:nvPr/>
        </p:nvSpPr>
        <p:spPr>
          <a:xfrm>
            <a:off x="2972225" y="633400"/>
            <a:ext cx="126900" cy="126900"/>
          </a:xfrm>
          <a:prstGeom prst="ellipse">
            <a:avLst/>
          </a:prstGeom>
          <a:solidFill>
            <a:srgbClr val="0091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16;p2"/>
          <p:cNvSpPr/>
          <p:nvPr/>
        </p:nvSpPr>
        <p:spPr>
          <a:xfrm>
            <a:off x="579635" y="3373479"/>
            <a:ext cx="126900" cy="126900"/>
          </a:xfrm>
          <a:prstGeom prst="ellipse">
            <a:avLst/>
          </a:prstGeom>
          <a:solidFill>
            <a:srgbClr val="0091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17;p2"/>
          <p:cNvSpPr/>
          <p:nvPr/>
        </p:nvSpPr>
        <p:spPr>
          <a:xfrm>
            <a:off x="311843" y="791518"/>
            <a:ext cx="126900" cy="126900"/>
          </a:xfrm>
          <a:prstGeom prst="ellipse">
            <a:avLst/>
          </a:prstGeom>
          <a:solidFill>
            <a:srgbClr val="0091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18;p2"/>
          <p:cNvSpPr/>
          <p:nvPr/>
        </p:nvSpPr>
        <p:spPr>
          <a:xfrm>
            <a:off x="626322" y="1339872"/>
            <a:ext cx="253800" cy="253800"/>
          </a:xfrm>
          <a:prstGeom prst="ellipse">
            <a:avLst/>
          </a:prstGeom>
          <a:noFill/>
          <a:ln w="19050" cap="flat" cmpd="sng">
            <a:solidFill>
              <a:srgbClr val="0091EA"/>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19;p2"/>
          <p:cNvSpPr/>
          <p:nvPr/>
        </p:nvSpPr>
        <p:spPr>
          <a:xfrm>
            <a:off x="8104500" y="4963100"/>
            <a:ext cx="190200" cy="190500"/>
          </a:xfrm>
          <a:prstGeom prst="ellipse">
            <a:avLst/>
          </a:prstGeom>
          <a:noFill/>
          <a:ln w="19050" cap="flat" cmpd="sng">
            <a:solidFill>
              <a:srgbClr val="0091EA"/>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20;p2"/>
          <p:cNvSpPr/>
          <p:nvPr/>
        </p:nvSpPr>
        <p:spPr>
          <a:xfrm>
            <a:off x="8803950" y="5654657"/>
            <a:ext cx="190200" cy="190500"/>
          </a:xfrm>
          <a:prstGeom prst="ellipse">
            <a:avLst/>
          </a:prstGeom>
          <a:noFill/>
          <a:ln w="19050" cap="flat" cmpd="sng">
            <a:solidFill>
              <a:srgbClr val="0091EA"/>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21;p2"/>
          <p:cNvSpPr/>
          <p:nvPr/>
        </p:nvSpPr>
        <p:spPr>
          <a:xfrm>
            <a:off x="196310" y="1990890"/>
            <a:ext cx="75900" cy="75900"/>
          </a:xfrm>
          <a:prstGeom prst="ellipse">
            <a:avLst/>
          </a:prstGeom>
          <a:solidFill>
            <a:srgbClr val="0091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22;p2"/>
          <p:cNvSpPr/>
          <p:nvPr/>
        </p:nvSpPr>
        <p:spPr>
          <a:xfrm>
            <a:off x="1738050" y="271322"/>
            <a:ext cx="253800" cy="253800"/>
          </a:xfrm>
          <a:prstGeom prst="ellipse">
            <a:avLst/>
          </a:prstGeom>
          <a:noFill/>
          <a:ln w="19050" cap="flat" cmpd="sng">
            <a:solidFill>
              <a:srgbClr val="0091EA"/>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23;p2"/>
          <p:cNvSpPr/>
          <p:nvPr/>
        </p:nvSpPr>
        <p:spPr>
          <a:xfrm>
            <a:off x="771659" y="2504485"/>
            <a:ext cx="75900" cy="75900"/>
          </a:xfrm>
          <a:prstGeom prst="ellipse">
            <a:avLst/>
          </a:prstGeom>
          <a:solidFill>
            <a:srgbClr val="0091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24;p2"/>
          <p:cNvSpPr/>
          <p:nvPr/>
        </p:nvSpPr>
        <p:spPr>
          <a:xfrm>
            <a:off x="4271584" y="474825"/>
            <a:ext cx="75900" cy="75900"/>
          </a:xfrm>
          <a:prstGeom prst="ellipse">
            <a:avLst/>
          </a:prstGeom>
          <a:solidFill>
            <a:srgbClr val="0091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25;p2"/>
          <p:cNvSpPr/>
          <p:nvPr/>
        </p:nvSpPr>
        <p:spPr>
          <a:xfrm>
            <a:off x="7729213" y="6127438"/>
            <a:ext cx="253800" cy="254100"/>
          </a:xfrm>
          <a:prstGeom prst="ellipse">
            <a:avLst/>
          </a:prstGeom>
          <a:noFill/>
          <a:ln w="19050" cap="flat" cmpd="sng">
            <a:solidFill>
              <a:srgbClr val="0091EA"/>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47808669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ubtitle">
  <p:cSld name="Subtitle">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3"/>
          <p:cNvSpPr txBox="1">
            <a:spLocks noGrp="1"/>
          </p:cNvSpPr>
          <p:nvPr>
            <p:ph type="ctrTitle"/>
          </p:nvPr>
        </p:nvSpPr>
        <p:spPr>
          <a:xfrm>
            <a:off x="1546025" y="2034925"/>
            <a:ext cx="5832600" cy="1546500"/>
          </a:xfrm>
          <a:prstGeom prst="rect">
            <a:avLst/>
          </a:prstGeom>
        </p:spPr>
        <p:txBody>
          <a:bodyPr spcFirstLastPara="1" wrap="square" lIns="91425" tIns="91425" rIns="91425" bIns="91425" anchor="b" anchorCtr="0"/>
          <a:lstStyle>
            <a:lvl1pPr lvl="0" rtl="0">
              <a:spcBef>
                <a:spcPts val="0"/>
              </a:spcBef>
              <a:spcAft>
                <a:spcPts val="0"/>
              </a:spcAft>
              <a:buSzPts val="4800"/>
              <a:buNone/>
              <a:defRPr sz="4800" b="1"/>
            </a:lvl1pPr>
            <a:lvl2pPr lvl="1" rtl="0">
              <a:spcBef>
                <a:spcPts val="0"/>
              </a:spcBef>
              <a:spcAft>
                <a:spcPts val="0"/>
              </a:spcAft>
              <a:buSzPts val="4800"/>
              <a:buNone/>
              <a:defRPr sz="4800" b="1"/>
            </a:lvl2pPr>
            <a:lvl3pPr lvl="2" rtl="0">
              <a:spcBef>
                <a:spcPts val="0"/>
              </a:spcBef>
              <a:spcAft>
                <a:spcPts val="0"/>
              </a:spcAft>
              <a:buSzPts val="4800"/>
              <a:buNone/>
              <a:defRPr sz="4800" b="1"/>
            </a:lvl3pPr>
            <a:lvl4pPr lvl="3" rtl="0">
              <a:spcBef>
                <a:spcPts val="0"/>
              </a:spcBef>
              <a:spcAft>
                <a:spcPts val="0"/>
              </a:spcAft>
              <a:buSzPts val="4800"/>
              <a:buNone/>
              <a:defRPr sz="4800" b="1"/>
            </a:lvl4pPr>
            <a:lvl5pPr lvl="4" rtl="0">
              <a:spcBef>
                <a:spcPts val="0"/>
              </a:spcBef>
              <a:spcAft>
                <a:spcPts val="0"/>
              </a:spcAft>
              <a:buSzPts val="4800"/>
              <a:buNone/>
              <a:defRPr sz="4800" b="1"/>
            </a:lvl5pPr>
            <a:lvl6pPr lvl="5" rtl="0">
              <a:spcBef>
                <a:spcPts val="0"/>
              </a:spcBef>
              <a:spcAft>
                <a:spcPts val="0"/>
              </a:spcAft>
              <a:buSzPts val="4800"/>
              <a:buNone/>
              <a:defRPr sz="4800" b="1"/>
            </a:lvl6pPr>
            <a:lvl7pPr lvl="6" rtl="0">
              <a:spcBef>
                <a:spcPts val="0"/>
              </a:spcBef>
              <a:spcAft>
                <a:spcPts val="0"/>
              </a:spcAft>
              <a:buSzPts val="4800"/>
              <a:buNone/>
              <a:defRPr sz="4800" b="1"/>
            </a:lvl7pPr>
            <a:lvl8pPr lvl="7" rtl="0">
              <a:spcBef>
                <a:spcPts val="0"/>
              </a:spcBef>
              <a:spcAft>
                <a:spcPts val="0"/>
              </a:spcAft>
              <a:buSzPts val="4800"/>
              <a:buNone/>
              <a:defRPr sz="4800" b="1"/>
            </a:lvl8pPr>
            <a:lvl9pPr lvl="8" rtl="0">
              <a:spcBef>
                <a:spcPts val="0"/>
              </a:spcBef>
              <a:spcAft>
                <a:spcPts val="0"/>
              </a:spcAft>
              <a:buSzPts val="4800"/>
              <a:buNone/>
              <a:defRPr sz="4800" b="1"/>
            </a:lvl9pPr>
          </a:lstStyle>
          <a:p>
            <a:r>
              <a:rPr lang="en-US" smtClean="0"/>
              <a:t>Click to edit Master title style</a:t>
            </a:r>
            <a:endParaRPr/>
          </a:p>
        </p:txBody>
      </p:sp>
      <p:sp>
        <p:nvSpPr>
          <p:cNvPr id="28" name="Google Shape;28;p3"/>
          <p:cNvSpPr txBox="1">
            <a:spLocks noGrp="1"/>
          </p:cNvSpPr>
          <p:nvPr>
            <p:ph type="subTitle" idx="1"/>
          </p:nvPr>
        </p:nvSpPr>
        <p:spPr>
          <a:xfrm>
            <a:off x="1546025" y="3710548"/>
            <a:ext cx="5832600" cy="1046400"/>
          </a:xfrm>
          <a:prstGeom prst="rect">
            <a:avLst/>
          </a:prstGeom>
        </p:spPr>
        <p:txBody>
          <a:bodyPr spcFirstLastPara="1" wrap="square" lIns="91425" tIns="91425" rIns="91425" bIns="91425" anchor="t" anchorCtr="0"/>
          <a:lstStyle>
            <a:lvl1pPr lvl="0" rtl="0">
              <a:spcBef>
                <a:spcPts val="0"/>
              </a:spcBef>
              <a:spcAft>
                <a:spcPts val="0"/>
              </a:spcAft>
              <a:buClr>
                <a:srgbClr val="607D8B"/>
              </a:buClr>
              <a:buSzPts val="3000"/>
              <a:buNone/>
              <a:defRPr>
                <a:solidFill>
                  <a:srgbClr val="607D8B"/>
                </a:solidFill>
              </a:defRPr>
            </a:lvl1pPr>
            <a:lvl2pPr lvl="1" rtl="0">
              <a:spcBef>
                <a:spcPts val="0"/>
              </a:spcBef>
              <a:spcAft>
                <a:spcPts val="0"/>
              </a:spcAft>
              <a:buClr>
                <a:srgbClr val="607D8B"/>
              </a:buClr>
              <a:buSzPts val="3000"/>
              <a:buNone/>
              <a:defRPr sz="3000">
                <a:solidFill>
                  <a:srgbClr val="607D8B"/>
                </a:solidFill>
              </a:defRPr>
            </a:lvl2pPr>
            <a:lvl3pPr lvl="2" rtl="0">
              <a:spcBef>
                <a:spcPts val="0"/>
              </a:spcBef>
              <a:spcAft>
                <a:spcPts val="0"/>
              </a:spcAft>
              <a:buClr>
                <a:srgbClr val="607D8B"/>
              </a:buClr>
              <a:buSzPts val="3000"/>
              <a:buNone/>
              <a:defRPr sz="3000">
                <a:solidFill>
                  <a:srgbClr val="607D8B"/>
                </a:solidFill>
              </a:defRPr>
            </a:lvl3pPr>
            <a:lvl4pPr lvl="3" rtl="0">
              <a:spcBef>
                <a:spcPts val="0"/>
              </a:spcBef>
              <a:spcAft>
                <a:spcPts val="0"/>
              </a:spcAft>
              <a:buClr>
                <a:srgbClr val="607D8B"/>
              </a:buClr>
              <a:buSzPts val="3000"/>
              <a:buNone/>
              <a:defRPr sz="3000">
                <a:solidFill>
                  <a:srgbClr val="607D8B"/>
                </a:solidFill>
              </a:defRPr>
            </a:lvl4pPr>
            <a:lvl5pPr lvl="4" rtl="0">
              <a:spcBef>
                <a:spcPts val="0"/>
              </a:spcBef>
              <a:spcAft>
                <a:spcPts val="0"/>
              </a:spcAft>
              <a:buClr>
                <a:srgbClr val="607D8B"/>
              </a:buClr>
              <a:buSzPts val="3000"/>
              <a:buNone/>
              <a:defRPr sz="3000">
                <a:solidFill>
                  <a:srgbClr val="607D8B"/>
                </a:solidFill>
              </a:defRPr>
            </a:lvl5pPr>
            <a:lvl6pPr lvl="5" rtl="0">
              <a:spcBef>
                <a:spcPts val="0"/>
              </a:spcBef>
              <a:spcAft>
                <a:spcPts val="0"/>
              </a:spcAft>
              <a:buClr>
                <a:srgbClr val="607D8B"/>
              </a:buClr>
              <a:buSzPts val="3000"/>
              <a:buNone/>
              <a:defRPr sz="3000">
                <a:solidFill>
                  <a:srgbClr val="607D8B"/>
                </a:solidFill>
              </a:defRPr>
            </a:lvl6pPr>
            <a:lvl7pPr lvl="6" rtl="0">
              <a:spcBef>
                <a:spcPts val="0"/>
              </a:spcBef>
              <a:spcAft>
                <a:spcPts val="0"/>
              </a:spcAft>
              <a:buClr>
                <a:srgbClr val="607D8B"/>
              </a:buClr>
              <a:buSzPts val="3000"/>
              <a:buNone/>
              <a:defRPr sz="3000">
                <a:solidFill>
                  <a:srgbClr val="607D8B"/>
                </a:solidFill>
              </a:defRPr>
            </a:lvl7pPr>
            <a:lvl8pPr lvl="7" rtl="0">
              <a:spcBef>
                <a:spcPts val="0"/>
              </a:spcBef>
              <a:spcAft>
                <a:spcPts val="0"/>
              </a:spcAft>
              <a:buClr>
                <a:srgbClr val="607D8B"/>
              </a:buClr>
              <a:buSzPts val="3000"/>
              <a:buNone/>
              <a:defRPr sz="3000">
                <a:solidFill>
                  <a:srgbClr val="607D8B"/>
                </a:solidFill>
              </a:defRPr>
            </a:lvl8pPr>
            <a:lvl9pPr lvl="8" rtl="0">
              <a:spcBef>
                <a:spcPts val="0"/>
              </a:spcBef>
              <a:spcAft>
                <a:spcPts val="0"/>
              </a:spcAft>
              <a:buClr>
                <a:srgbClr val="607D8B"/>
              </a:buClr>
              <a:buSzPts val="3000"/>
              <a:buNone/>
              <a:defRPr sz="3000">
                <a:solidFill>
                  <a:srgbClr val="607D8B"/>
                </a:solidFill>
              </a:defRPr>
            </a:lvl9pPr>
          </a:lstStyle>
          <a:p>
            <a:r>
              <a:rPr lang="en-US" smtClean="0"/>
              <a:t>Click to edit Master subtitle style</a:t>
            </a:r>
            <a:endParaRPr/>
          </a:p>
        </p:txBody>
      </p:sp>
    </p:spTree>
    <p:extLst>
      <p:ext uri="{BB962C8B-B14F-4D97-AF65-F5344CB8AC3E}">
        <p14:creationId xmlns:p14="http://schemas.microsoft.com/office/powerpoint/2010/main" val="241042825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9"/>
        <p:cNvGrpSpPr/>
        <p:nvPr/>
      </p:nvGrpSpPr>
      <p:grpSpPr>
        <a:xfrm>
          <a:off x="0" y="0"/>
          <a:ext cx="0" cy="0"/>
          <a:chOff x="0" y="0"/>
          <a:chExt cx="0" cy="0"/>
        </a:xfrm>
      </p:grpSpPr>
      <p:pic>
        <p:nvPicPr>
          <p:cNvPr id="30" name="Google Shape;30;p4" descr="connections-05.png"/>
          <p:cNvPicPr preferRelativeResize="0"/>
          <p:nvPr/>
        </p:nvPicPr>
        <p:blipFill>
          <a:blip r:embed="rId2">
            <a:alphaModFix/>
          </a:blip>
          <a:stretch>
            <a:fillRect/>
          </a:stretch>
        </p:blipFill>
        <p:spPr>
          <a:xfrm rot="10800000" flipH="1">
            <a:off x="5945" y="0"/>
            <a:ext cx="9132109" cy="6858000"/>
          </a:xfrm>
          <a:prstGeom prst="rect">
            <a:avLst/>
          </a:prstGeom>
          <a:noFill/>
          <a:ln>
            <a:noFill/>
          </a:ln>
        </p:spPr>
      </p:pic>
      <p:sp>
        <p:nvSpPr>
          <p:cNvPr id="31" name="Google Shape;31;p4"/>
          <p:cNvSpPr txBox="1">
            <a:spLocks noGrp="1"/>
          </p:cNvSpPr>
          <p:nvPr>
            <p:ph type="body" idx="1"/>
          </p:nvPr>
        </p:nvSpPr>
        <p:spPr>
          <a:xfrm>
            <a:off x="1215300" y="2501400"/>
            <a:ext cx="6713400" cy="1093200"/>
          </a:xfrm>
          <a:prstGeom prst="rect">
            <a:avLst/>
          </a:prstGeom>
        </p:spPr>
        <p:txBody>
          <a:bodyPr spcFirstLastPara="1" wrap="square" lIns="91425" tIns="91425" rIns="91425" bIns="91425" anchor="t" anchorCtr="0"/>
          <a:lstStyle>
            <a:lvl1pPr marL="457200" lvl="0" indent="-457200" algn="ctr" rtl="0">
              <a:spcBef>
                <a:spcPts val="600"/>
              </a:spcBef>
              <a:spcAft>
                <a:spcPts val="0"/>
              </a:spcAft>
              <a:buClr>
                <a:srgbClr val="263238"/>
              </a:buClr>
              <a:buSzPts val="3600"/>
              <a:buChar char="◎"/>
              <a:defRPr sz="3600" i="1"/>
            </a:lvl1pPr>
            <a:lvl2pPr marL="914400" lvl="1" indent="-457200" algn="ctr" rtl="0">
              <a:spcBef>
                <a:spcPts val="0"/>
              </a:spcBef>
              <a:spcAft>
                <a:spcPts val="0"/>
              </a:spcAft>
              <a:buClr>
                <a:srgbClr val="263238"/>
              </a:buClr>
              <a:buSzPts val="3600"/>
              <a:buChar char="○"/>
              <a:defRPr sz="3600" i="1"/>
            </a:lvl2pPr>
            <a:lvl3pPr marL="1371600" lvl="2" indent="-457200" algn="ctr" rtl="0">
              <a:spcBef>
                <a:spcPts val="0"/>
              </a:spcBef>
              <a:spcAft>
                <a:spcPts val="0"/>
              </a:spcAft>
              <a:buClr>
                <a:srgbClr val="263238"/>
              </a:buClr>
              <a:buSzPts val="3600"/>
              <a:buChar char="◉"/>
              <a:defRPr sz="3600" i="1"/>
            </a:lvl3pPr>
            <a:lvl4pPr marL="1828800" lvl="3" indent="-457200" algn="ctr" rtl="0">
              <a:spcBef>
                <a:spcPts val="0"/>
              </a:spcBef>
              <a:spcAft>
                <a:spcPts val="0"/>
              </a:spcAft>
              <a:buClr>
                <a:srgbClr val="263238"/>
              </a:buClr>
              <a:buSzPts val="3600"/>
              <a:buChar char="●"/>
              <a:defRPr sz="3600" i="1"/>
            </a:lvl4pPr>
            <a:lvl5pPr marL="2286000" lvl="4" indent="-457200" algn="ctr" rtl="0">
              <a:spcBef>
                <a:spcPts val="0"/>
              </a:spcBef>
              <a:spcAft>
                <a:spcPts val="0"/>
              </a:spcAft>
              <a:buClr>
                <a:srgbClr val="263238"/>
              </a:buClr>
              <a:buSzPts val="3600"/>
              <a:buChar char="○"/>
              <a:defRPr sz="3600" i="1"/>
            </a:lvl5pPr>
            <a:lvl6pPr marL="2743200" lvl="5" indent="-457200" algn="ctr" rtl="0">
              <a:spcBef>
                <a:spcPts val="0"/>
              </a:spcBef>
              <a:spcAft>
                <a:spcPts val="0"/>
              </a:spcAft>
              <a:buClr>
                <a:srgbClr val="263238"/>
              </a:buClr>
              <a:buSzPts val="3600"/>
              <a:buChar char="■"/>
              <a:defRPr sz="3600" i="1"/>
            </a:lvl6pPr>
            <a:lvl7pPr marL="3200400" lvl="6" indent="-457200" algn="ctr" rtl="0">
              <a:spcBef>
                <a:spcPts val="0"/>
              </a:spcBef>
              <a:spcAft>
                <a:spcPts val="0"/>
              </a:spcAft>
              <a:buClr>
                <a:srgbClr val="263238"/>
              </a:buClr>
              <a:buSzPts val="3600"/>
              <a:buChar char="●"/>
              <a:defRPr sz="3600" i="1"/>
            </a:lvl7pPr>
            <a:lvl8pPr marL="3657600" lvl="7" indent="-457200" algn="ctr" rtl="0">
              <a:spcBef>
                <a:spcPts val="0"/>
              </a:spcBef>
              <a:spcAft>
                <a:spcPts val="0"/>
              </a:spcAft>
              <a:buClr>
                <a:srgbClr val="263238"/>
              </a:buClr>
              <a:buSzPts val="3600"/>
              <a:buChar char="○"/>
              <a:defRPr sz="3600" i="1"/>
            </a:lvl8pPr>
            <a:lvl9pPr marL="4114800" lvl="8" indent="-457200" algn="ctr">
              <a:spcBef>
                <a:spcPts val="0"/>
              </a:spcBef>
              <a:spcAft>
                <a:spcPts val="0"/>
              </a:spcAft>
              <a:buClr>
                <a:srgbClr val="263238"/>
              </a:buClr>
              <a:buSzPts val="3600"/>
              <a:buChar char="■"/>
              <a:defRPr sz="3600" i="1"/>
            </a:lvl9pPr>
          </a:lstStyle>
          <a:p>
            <a:pPr lvl="0"/>
            <a:r>
              <a:rPr lang="en-US" smtClean="0"/>
              <a:t>Edit Master text styles</a:t>
            </a:r>
          </a:p>
        </p:txBody>
      </p:sp>
      <p:grpSp>
        <p:nvGrpSpPr>
          <p:cNvPr id="32" name="Google Shape;32;p4"/>
          <p:cNvGrpSpPr/>
          <p:nvPr/>
        </p:nvGrpSpPr>
        <p:grpSpPr>
          <a:xfrm>
            <a:off x="3593400" y="1074285"/>
            <a:ext cx="1957200" cy="1093200"/>
            <a:chOff x="3593400" y="1760085"/>
            <a:chExt cx="1957200" cy="1093200"/>
          </a:xfrm>
        </p:grpSpPr>
        <p:sp>
          <p:nvSpPr>
            <p:cNvPr id="33" name="Google Shape;33;p4"/>
            <p:cNvSpPr txBox="1"/>
            <p:nvPr/>
          </p:nvSpPr>
          <p:spPr>
            <a:xfrm>
              <a:off x="3593400" y="1872097"/>
              <a:ext cx="1957200" cy="871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6000" b="1" i="0" u="none" strike="noStrike" kern="0" cap="none" spc="0" normalizeH="0" baseline="0" noProof="0">
                  <a:ln>
                    <a:noFill/>
                  </a:ln>
                  <a:solidFill>
                    <a:srgbClr val="0091EA"/>
                  </a:solidFill>
                  <a:effectLst/>
                  <a:uLnTx/>
                  <a:uFillTx/>
                  <a:latin typeface="Source Sans Pro"/>
                  <a:ea typeface="Source Sans Pro"/>
                  <a:cs typeface="Source Sans Pro"/>
                  <a:sym typeface="Source Sans Pro"/>
                </a:rPr>
                <a:t>“</a:t>
              </a:r>
              <a:endParaRPr kumimoji="0" sz="6000" b="1" i="0" u="none" strike="noStrike" kern="0" cap="none" spc="0" normalizeH="0" baseline="0" noProof="0">
                <a:ln>
                  <a:noFill/>
                </a:ln>
                <a:solidFill>
                  <a:srgbClr val="0091EA"/>
                </a:solidFill>
                <a:effectLst/>
                <a:uLnTx/>
                <a:uFillTx/>
                <a:latin typeface="Source Sans Pro"/>
                <a:ea typeface="Source Sans Pro"/>
                <a:cs typeface="Source Sans Pro"/>
                <a:sym typeface="Source Sans Pro"/>
              </a:endParaRPr>
            </a:p>
          </p:txBody>
        </p:sp>
        <p:sp>
          <p:nvSpPr>
            <p:cNvPr id="34" name="Google Shape;34;p4"/>
            <p:cNvSpPr/>
            <p:nvPr/>
          </p:nvSpPr>
          <p:spPr>
            <a:xfrm>
              <a:off x="4025400" y="1760085"/>
              <a:ext cx="1093200" cy="1093200"/>
            </a:xfrm>
            <a:prstGeom prst="ellipse">
              <a:avLst/>
            </a:prstGeom>
            <a:noFill/>
            <a:ln w="9525" cap="flat" cmpd="sng">
              <a:solidFill>
                <a:srgbClr val="CFD8DC"/>
              </a:solidFill>
              <a:prstDash val="dash"/>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35;p4"/>
            <p:cNvSpPr/>
            <p:nvPr/>
          </p:nvSpPr>
          <p:spPr>
            <a:xfrm>
              <a:off x="4190700" y="1925385"/>
              <a:ext cx="762600" cy="762600"/>
            </a:xfrm>
            <a:prstGeom prst="ellipse">
              <a:avLst/>
            </a:prstGeom>
            <a:noFill/>
            <a:ln w="19050" cap="flat" cmpd="sng">
              <a:solidFill>
                <a:srgbClr val="CFD8DC"/>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cxnSp>
        <p:nvCxnSpPr>
          <p:cNvPr id="36" name="Google Shape;36;p4"/>
          <p:cNvCxnSpPr>
            <a:endCxn id="34" idx="1"/>
          </p:cNvCxnSpPr>
          <p:nvPr/>
        </p:nvCxnSpPr>
        <p:spPr>
          <a:xfrm>
            <a:off x="3742095" y="871980"/>
            <a:ext cx="443400" cy="362400"/>
          </a:xfrm>
          <a:prstGeom prst="straightConnector1">
            <a:avLst/>
          </a:prstGeom>
          <a:noFill/>
          <a:ln w="9525" cap="flat" cmpd="sng">
            <a:solidFill>
              <a:srgbClr val="CFD8DC"/>
            </a:solidFill>
            <a:prstDash val="solid"/>
            <a:round/>
            <a:headEnd type="none" w="med" len="med"/>
            <a:tailEnd type="none" w="med" len="med"/>
          </a:ln>
        </p:spPr>
      </p:cxnSp>
      <p:cxnSp>
        <p:nvCxnSpPr>
          <p:cNvPr id="37" name="Google Shape;37;p4"/>
          <p:cNvCxnSpPr/>
          <p:nvPr/>
        </p:nvCxnSpPr>
        <p:spPr>
          <a:xfrm rot="10800000">
            <a:off x="4114800" y="269685"/>
            <a:ext cx="457200" cy="804600"/>
          </a:xfrm>
          <a:prstGeom prst="straightConnector1">
            <a:avLst/>
          </a:prstGeom>
          <a:noFill/>
          <a:ln w="9525" cap="flat" cmpd="sng">
            <a:solidFill>
              <a:srgbClr val="CFD8DC"/>
            </a:solidFill>
            <a:prstDash val="solid"/>
            <a:round/>
            <a:headEnd type="none" w="med" len="med"/>
            <a:tailEnd type="none" w="med" len="med"/>
          </a:ln>
        </p:spPr>
      </p:cxnSp>
      <p:cxnSp>
        <p:nvCxnSpPr>
          <p:cNvPr id="38" name="Google Shape;38;p4"/>
          <p:cNvCxnSpPr/>
          <p:nvPr/>
        </p:nvCxnSpPr>
        <p:spPr>
          <a:xfrm rot="10800000" flipH="1">
            <a:off x="4749075" y="753125"/>
            <a:ext cx="95100" cy="348900"/>
          </a:xfrm>
          <a:prstGeom prst="straightConnector1">
            <a:avLst/>
          </a:prstGeom>
          <a:noFill/>
          <a:ln w="9525" cap="flat" cmpd="sng">
            <a:solidFill>
              <a:srgbClr val="CFD8DC"/>
            </a:solidFill>
            <a:prstDash val="solid"/>
            <a:round/>
            <a:headEnd type="none" w="med" len="med"/>
            <a:tailEnd type="none" w="med" len="med"/>
          </a:ln>
        </p:spPr>
      </p:cxnSp>
      <p:sp>
        <p:nvSpPr>
          <p:cNvPr id="39" name="Google Shape;39;p4"/>
          <p:cNvSpPr txBox="1">
            <a:spLocks noGrp="1"/>
          </p:cNvSpPr>
          <p:nvPr>
            <p:ph type="sldNum" idx="12"/>
          </p:nvPr>
        </p:nvSpPr>
        <p:spPr>
          <a:xfrm>
            <a:off x="-87" y="6333125"/>
            <a:ext cx="9144000" cy="5250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1944666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786150" y="410826"/>
            <a:ext cx="75717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r>
              <a:rPr lang="en-US" smtClean="0"/>
              <a:t>Click to edit Master title style</a:t>
            </a:r>
            <a:endParaRPr/>
          </a:p>
        </p:txBody>
      </p:sp>
      <p:sp>
        <p:nvSpPr>
          <p:cNvPr id="42" name="Google Shape;42;p5"/>
          <p:cNvSpPr txBox="1">
            <a:spLocks noGrp="1"/>
          </p:cNvSpPr>
          <p:nvPr>
            <p:ph type="body" idx="1"/>
          </p:nvPr>
        </p:nvSpPr>
        <p:spPr>
          <a:xfrm>
            <a:off x="786150" y="1682267"/>
            <a:ext cx="75717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pPr lvl="0"/>
            <a:r>
              <a:rPr lang="en-US" smtClean="0"/>
              <a:t>Edit Master text styles</a:t>
            </a:r>
          </a:p>
        </p:txBody>
      </p:sp>
      <p:sp>
        <p:nvSpPr>
          <p:cNvPr id="43" name="Google Shape;43;p5"/>
          <p:cNvSpPr txBox="1">
            <a:spLocks noGrp="1"/>
          </p:cNvSpPr>
          <p:nvPr>
            <p:ph type="sldNum" idx="12"/>
          </p:nvPr>
        </p:nvSpPr>
        <p:spPr>
          <a:xfrm>
            <a:off x="8404384" y="6333134"/>
            <a:ext cx="548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34898486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786150" y="410826"/>
            <a:ext cx="75717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r>
              <a:rPr lang="en-US" smtClean="0"/>
              <a:t>Click to edit Master title style</a:t>
            </a:r>
            <a:endParaRPr/>
          </a:p>
        </p:txBody>
      </p:sp>
      <p:sp>
        <p:nvSpPr>
          <p:cNvPr id="46" name="Google Shape;46;p6"/>
          <p:cNvSpPr txBox="1">
            <a:spLocks noGrp="1"/>
          </p:cNvSpPr>
          <p:nvPr>
            <p:ph type="body" idx="1"/>
          </p:nvPr>
        </p:nvSpPr>
        <p:spPr>
          <a:xfrm>
            <a:off x="786137" y="1600200"/>
            <a:ext cx="3675300" cy="4967700"/>
          </a:xfrm>
          <a:prstGeom prst="rect">
            <a:avLst/>
          </a:prstGeom>
        </p:spPr>
        <p:txBody>
          <a:bodyPr spcFirstLastPara="1" wrap="square" lIns="91425" tIns="91425" rIns="91425" bIns="91425" anchor="t" anchorCtr="0"/>
          <a:lstStyle>
            <a:lvl1pPr marL="457200" lvl="0" indent="-393700">
              <a:spcBef>
                <a:spcPts val="600"/>
              </a:spcBef>
              <a:spcAft>
                <a:spcPts val="0"/>
              </a:spcAft>
              <a:buSzPts val="2600"/>
              <a:buChar char="◎"/>
              <a:defRPr sz="2600"/>
            </a:lvl1pPr>
            <a:lvl2pPr marL="914400" lvl="1" indent="-393700">
              <a:spcBef>
                <a:spcPts val="0"/>
              </a:spcBef>
              <a:spcAft>
                <a:spcPts val="0"/>
              </a:spcAft>
              <a:buSzPts val="2600"/>
              <a:buChar char="○"/>
              <a:defRPr sz="2600"/>
            </a:lvl2pPr>
            <a:lvl3pPr marL="1371600" lvl="2" indent="-393700">
              <a:spcBef>
                <a:spcPts val="0"/>
              </a:spcBef>
              <a:spcAft>
                <a:spcPts val="0"/>
              </a:spcAft>
              <a:buSzPts val="2600"/>
              <a:buChar char="◉"/>
              <a:defRPr sz="2600"/>
            </a:lvl3pPr>
            <a:lvl4pPr marL="1828800" lvl="3" indent="-393700">
              <a:spcBef>
                <a:spcPts val="0"/>
              </a:spcBef>
              <a:spcAft>
                <a:spcPts val="0"/>
              </a:spcAft>
              <a:buSzPts val="2600"/>
              <a:buChar char="●"/>
              <a:defRPr sz="2600"/>
            </a:lvl4pPr>
            <a:lvl5pPr marL="2286000" lvl="4" indent="-393700">
              <a:spcBef>
                <a:spcPts val="0"/>
              </a:spcBef>
              <a:spcAft>
                <a:spcPts val="0"/>
              </a:spcAft>
              <a:buSzPts val="2600"/>
              <a:buChar char="○"/>
              <a:defRPr sz="2600"/>
            </a:lvl5pPr>
            <a:lvl6pPr marL="2743200" lvl="5" indent="-393700">
              <a:spcBef>
                <a:spcPts val="0"/>
              </a:spcBef>
              <a:spcAft>
                <a:spcPts val="0"/>
              </a:spcAft>
              <a:buSzPts val="2600"/>
              <a:buChar char="■"/>
              <a:defRPr sz="2600"/>
            </a:lvl6pPr>
            <a:lvl7pPr marL="3200400" lvl="6" indent="-393700">
              <a:spcBef>
                <a:spcPts val="0"/>
              </a:spcBef>
              <a:spcAft>
                <a:spcPts val="0"/>
              </a:spcAft>
              <a:buSzPts val="2600"/>
              <a:buChar char="●"/>
              <a:defRPr sz="2600"/>
            </a:lvl7pPr>
            <a:lvl8pPr marL="3657600" lvl="7" indent="-393700">
              <a:spcBef>
                <a:spcPts val="0"/>
              </a:spcBef>
              <a:spcAft>
                <a:spcPts val="0"/>
              </a:spcAft>
              <a:buSzPts val="2600"/>
              <a:buChar char="○"/>
              <a:defRPr sz="2600"/>
            </a:lvl8pPr>
            <a:lvl9pPr marL="4114800" lvl="8" indent="-393700">
              <a:spcBef>
                <a:spcPts val="0"/>
              </a:spcBef>
              <a:spcAft>
                <a:spcPts val="0"/>
              </a:spcAft>
              <a:buSzPts val="2600"/>
              <a:buChar char="■"/>
              <a:defRPr sz="2600"/>
            </a:lvl9pPr>
          </a:lstStyle>
          <a:p>
            <a:pPr lvl="0"/>
            <a:r>
              <a:rPr lang="en-US" smtClean="0"/>
              <a:t>Edit Master text styles</a:t>
            </a:r>
          </a:p>
        </p:txBody>
      </p:sp>
      <p:sp>
        <p:nvSpPr>
          <p:cNvPr id="47" name="Google Shape;47;p6"/>
          <p:cNvSpPr txBox="1">
            <a:spLocks noGrp="1"/>
          </p:cNvSpPr>
          <p:nvPr>
            <p:ph type="body" idx="2"/>
          </p:nvPr>
        </p:nvSpPr>
        <p:spPr>
          <a:xfrm>
            <a:off x="4682659" y="1600200"/>
            <a:ext cx="3675300" cy="4967700"/>
          </a:xfrm>
          <a:prstGeom prst="rect">
            <a:avLst/>
          </a:prstGeom>
        </p:spPr>
        <p:txBody>
          <a:bodyPr spcFirstLastPara="1" wrap="square" lIns="91425" tIns="91425" rIns="91425" bIns="91425" anchor="t" anchorCtr="0"/>
          <a:lstStyle>
            <a:lvl1pPr marL="457200" lvl="0" indent="-393700">
              <a:spcBef>
                <a:spcPts val="600"/>
              </a:spcBef>
              <a:spcAft>
                <a:spcPts val="0"/>
              </a:spcAft>
              <a:buSzPts val="2600"/>
              <a:buChar char="◎"/>
              <a:defRPr sz="2600"/>
            </a:lvl1pPr>
            <a:lvl2pPr marL="914400" lvl="1" indent="-393700">
              <a:spcBef>
                <a:spcPts val="0"/>
              </a:spcBef>
              <a:spcAft>
                <a:spcPts val="0"/>
              </a:spcAft>
              <a:buSzPts val="2600"/>
              <a:buChar char="○"/>
              <a:defRPr sz="2600"/>
            </a:lvl2pPr>
            <a:lvl3pPr marL="1371600" lvl="2" indent="-393700">
              <a:spcBef>
                <a:spcPts val="0"/>
              </a:spcBef>
              <a:spcAft>
                <a:spcPts val="0"/>
              </a:spcAft>
              <a:buSzPts val="2600"/>
              <a:buChar char="◉"/>
              <a:defRPr sz="2600"/>
            </a:lvl3pPr>
            <a:lvl4pPr marL="1828800" lvl="3" indent="-393700">
              <a:spcBef>
                <a:spcPts val="0"/>
              </a:spcBef>
              <a:spcAft>
                <a:spcPts val="0"/>
              </a:spcAft>
              <a:buSzPts val="2600"/>
              <a:buChar char="●"/>
              <a:defRPr sz="2600"/>
            </a:lvl4pPr>
            <a:lvl5pPr marL="2286000" lvl="4" indent="-393700">
              <a:spcBef>
                <a:spcPts val="0"/>
              </a:spcBef>
              <a:spcAft>
                <a:spcPts val="0"/>
              </a:spcAft>
              <a:buSzPts val="2600"/>
              <a:buChar char="○"/>
              <a:defRPr sz="2600"/>
            </a:lvl5pPr>
            <a:lvl6pPr marL="2743200" lvl="5" indent="-393700">
              <a:spcBef>
                <a:spcPts val="0"/>
              </a:spcBef>
              <a:spcAft>
                <a:spcPts val="0"/>
              </a:spcAft>
              <a:buSzPts val="2600"/>
              <a:buChar char="■"/>
              <a:defRPr sz="2600"/>
            </a:lvl6pPr>
            <a:lvl7pPr marL="3200400" lvl="6" indent="-393700">
              <a:spcBef>
                <a:spcPts val="0"/>
              </a:spcBef>
              <a:spcAft>
                <a:spcPts val="0"/>
              </a:spcAft>
              <a:buSzPts val="2600"/>
              <a:buChar char="●"/>
              <a:defRPr sz="2600"/>
            </a:lvl7pPr>
            <a:lvl8pPr marL="3657600" lvl="7" indent="-393700">
              <a:spcBef>
                <a:spcPts val="0"/>
              </a:spcBef>
              <a:spcAft>
                <a:spcPts val="0"/>
              </a:spcAft>
              <a:buSzPts val="2600"/>
              <a:buChar char="○"/>
              <a:defRPr sz="2600"/>
            </a:lvl8pPr>
            <a:lvl9pPr marL="4114800" lvl="8" indent="-393700">
              <a:spcBef>
                <a:spcPts val="0"/>
              </a:spcBef>
              <a:spcAft>
                <a:spcPts val="0"/>
              </a:spcAft>
              <a:buSzPts val="2600"/>
              <a:buChar char="■"/>
              <a:defRPr sz="2600"/>
            </a:lvl9pPr>
          </a:lstStyle>
          <a:p>
            <a:pPr lvl="0"/>
            <a:r>
              <a:rPr lang="en-US" smtClean="0"/>
              <a:t>Edit Master text styles</a:t>
            </a:r>
          </a:p>
        </p:txBody>
      </p:sp>
      <p:sp>
        <p:nvSpPr>
          <p:cNvPr id="48" name="Google Shape;48;p6"/>
          <p:cNvSpPr txBox="1">
            <a:spLocks noGrp="1"/>
          </p:cNvSpPr>
          <p:nvPr>
            <p:ph type="sldNum" idx="12"/>
          </p:nvPr>
        </p:nvSpPr>
        <p:spPr>
          <a:xfrm>
            <a:off x="8404384" y="6333134"/>
            <a:ext cx="548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999766853"/>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786150" y="410826"/>
            <a:ext cx="7571700" cy="936900"/>
          </a:xfrm>
          <a:prstGeom prst="rect">
            <a:avLst/>
          </a:prstGeom>
        </p:spPr>
        <p:txBody>
          <a:bodyPr spcFirstLastPara="1" wrap="square" lIns="91425" tIns="91425" rIns="91425" bIns="91425" anchor="b" anchorCtr="0"/>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r>
              <a:rPr lang="en-US" smtClean="0"/>
              <a:t>Click to edit Master title style</a:t>
            </a:r>
            <a:endParaRPr/>
          </a:p>
        </p:txBody>
      </p:sp>
      <p:sp>
        <p:nvSpPr>
          <p:cNvPr id="51" name="Google Shape;51;p7"/>
          <p:cNvSpPr txBox="1">
            <a:spLocks noGrp="1"/>
          </p:cNvSpPr>
          <p:nvPr>
            <p:ph type="body" idx="1"/>
          </p:nvPr>
        </p:nvSpPr>
        <p:spPr>
          <a:xfrm>
            <a:off x="786150" y="1600200"/>
            <a:ext cx="2419800" cy="49677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pPr lvl="0"/>
            <a:r>
              <a:rPr lang="en-US" smtClean="0"/>
              <a:t>Edit Master text styles</a:t>
            </a:r>
          </a:p>
        </p:txBody>
      </p:sp>
      <p:sp>
        <p:nvSpPr>
          <p:cNvPr id="52" name="Google Shape;52;p7"/>
          <p:cNvSpPr txBox="1">
            <a:spLocks noGrp="1"/>
          </p:cNvSpPr>
          <p:nvPr>
            <p:ph type="body" idx="2"/>
          </p:nvPr>
        </p:nvSpPr>
        <p:spPr>
          <a:xfrm>
            <a:off x="3329992" y="1600200"/>
            <a:ext cx="2419800" cy="49677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pPr lvl="0"/>
            <a:r>
              <a:rPr lang="en-US" smtClean="0"/>
              <a:t>Edit Master text styles</a:t>
            </a:r>
          </a:p>
        </p:txBody>
      </p:sp>
      <p:sp>
        <p:nvSpPr>
          <p:cNvPr id="53" name="Google Shape;53;p7"/>
          <p:cNvSpPr txBox="1">
            <a:spLocks noGrp="1"/>
          </p:cNvSpPr>
          <p:nvPr>
            <p:ph type="body" idx="3"/>
          </p:nvPr>
        </p:nvSpPr>
        <p:spPr>
          <a:xfrm>
            <a:off x="5873834" y="1600200"/>
            <a:ext cx="2419800" cy="49677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pPr lvl="0"/>
            <a:r>
              <a:rPr lang="en-US" smtClean="0"/>
              <a:t>Edit Master text styles</a:t>
            </a:r>
          </a:p>
        </p:txBody>
      </p:sp>
      <p:sp>
        <p:nvSpPr>
          <p:cNvPr id="54" name="Google Shape;54;p7"/>
          <p:cNvSpPr txBox="1">
            <a:spLocks noGrp="1"/>
          </p:cNvSpPr>
          <p:nvPr>
            <p:ph type="sldNum" idx="12"/>
          </p:nvPr>
        </p:nvSpPr>
        <p:spPr>
          <a:xfrm>
            <a:off x="8404384" y="6333134"/>
            <a:ext cx="548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206088796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786150" y="410826"/>
            <a:ext cx="75717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r>
              <a:rPr lang="en-US" smtClean="0"/>
              <a:t>Click to edit Master title style</a:t>
            </a:r>
            <a:endParaRPr/>
          </a:p>
        </p:txBody>
      </p:sp>
      <p:sp>
        <p:nvSpPr>
          <p:cNvPr id="57" name="Google Shape;57;p8"/>
          <p:cNvSpPr txBox="1">
            <a:spLocks noGrp="1"/>
          </p:cNvSpPr>
          <p:nvPr>
            <p:ph type="sldNum" idx="12"/>
          </p:nvPr>
        </p:nvSpPr>
        <p:spPr>
          <a:xfrm>
            <a:off x="8404384" y="6333134"/>
            <a:ext cx="548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210761499"/>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58"/>
        <p:cNvGrpSpPr/>
        <p:nvPr/>
      </p:nvGrpSpPr>
      <p:grpSpPr>
        <a:xfrm>
          <a:off x="0" y="0"/>
          <a:ext cx="0" cy="0"/>
          <a:chOff x="0" y="0"/>
          <a:chExt cx="0" cy="0"/>
        </a:xfrm>
      </p:grpSpPr>
      <p:sp>
        <p:nvSpPr>
          <p:cNvPr id="59" name="Google Shape;59;p9"/>
          <p:cNvSpPr txBox="1">
            <a:spLocks noGrp="1"/>
          </p:cNvSpPr>
          <p:nvPr>
            <p:ph type="body" idx="1"/>
          </p:nvPr>
        </p:nvSpPr>
        <p:spPr>
          <a:xfrm>
            <a:off x="457200" y="5407123"/>
            <a:ext cx="8229600" cy="491400"/>
          </a:xfrm>
          <a:prstGeom prst="rect">
            <a:avLst/>
          </a:prstGeom>
        </p:spPr>
        <p:txBody>
          <a:bodyPr spcFirstLastPara="1" wrap="square" lIns="91425" tIns="91425" rIns="91425" bIns="91425" anchor="t" anchorCtr="0"/>
          <a:lstStyle>
            <a:lvl1pPr marL="457200" lvl="0" indent="-228600" algn="ctr">
              <a:spcBef>
                <a:spcPts val="360"/>
              </a:spcBef>
              <a:spcAft>
                <a:spcPts val="0"/>
              </a:spcAft>
              <a:buSzPts val="1800"/>
              <a:buNone/>
              <a:defRPr sz="1800"/>
            </a:lvl1pPr>
          </a:lstStyle>
          <a:p>
            <a:pPr lvl="0"/>
            <a:r>
              <a:rPr lang="en-US" smtClean="0"/>
              <a:t>Edit Master text styles</a:t>
            </a:r>
          </a:p>
        </p:txBody>
      </p:sp>
      <p:sp>
        <p:nvSpPr>
          <p:cNvPr id="60" name="Google Shape;60;p9"/>
          <p:cNvSpPr txBox="1">
            <a:spLocks noGrp="1"/>
          </p:cNvSpPr>
          <p:nvPr>
            <p:ph type="sldNum" idx="12"/>
          </p:nvPr>
        </p:nvSpPr>
        <p:spPr>
          <a:xfrm>
            <a:off x="-92" y="6333125"/>
            <a:ext cx="9144000" cy="5250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674373322"/>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10"/>
          <p:cNvSpPr txBox="1">
            <a:spLocks noGrp="1"/>
          </p:cNvSpPr>
          <p:nvPr>
            <p:ph type="sldNum" idx="12"/>
          </p:nvPr>
        </p:nvSpPr>
        <p:spPr>
          <a:xfrm>
            <a:off x="8404384" y="6333134"/>
            <a:ext cx="548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22427906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complete pattern">
  <p:cSld name="Blank complete pattern">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11"/>
          <p:cNvSpPr/>
          <p:nvPr/>
        </p:nvSpPr>
        <p:spPr>
          <a:xfrm>
            <a:off x="-26550" y="-19800"/>
            <a:ext cx="9197100" cy="6897600"/>
          </a:xfrm>
          <a:prstGeom prst="rect">
            <a:avLst/>
          </a:prstGeom>
          <a:solidFill>
            <a:srgbClr val="CFD8DC">
              <a:alpha val="4923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5" name="Google Shape;65;p11"/>
          <p:cNvSpPr txBox="1">
            <a:spLocks noGrp="1"/>
          </p:cNvSpPr>
          <p:nvPr>
            <p:ph type="sldNum" idx="12"/>
          </p:nvPr>
        </p:nvSpPr>
        <p:spPr>
          <a:xfrm>
            <a:off x="8404384" y="6333134"/>
            <a:ext cx="548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916111085"/>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lvl="0"/>
            <a:r>
              <a:rPr lang="en-US"/>
              <a:t>Edit Master text styles</a:t>
            </a:r>
          </a:p>
        </p:txBody>
      </p:sp>
      <p:sp>
        <p:nvSpPr>
          <p:cNvPr id="27" name="Shape 27"/>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21944061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hasCustomPrompt="1"/>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63" name="Shape 63"/>
          <p:cNvSpPr txBox="1">
            <a:spLocks noGrp="1"/>
          </p:cNvSpPr>
          <p:nvPr>
            <p:ph type="body" idx="1" hasCustomPrompt="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r>
              <a:rPr lang="en-US" dirty="0"/>
              <a:t>Click to add Learning Objective(s)</a:t>
            </a:r>
            <a:endParaRPr dirty="0"/>
          </a:p>
        </p:txBody>
      </p:sp>
      <p:sp>
        <p:nvSpPr>
          <p:cNvPr id="64" name="Shape 64"/>
          <p:cNvSpPr txBox="1">
            <a:spLocks noGrp="1"/>
          </p:cNvSpPr>
          <p:nvPr>
            <p:ph type="body" idx="2"/>
          </p:nvPr>
        </p:nvSpPr>
        <p:spPr>
          <a:xfrm>
            <a:off x="457200" y="1358678"/>
            <a:ext cx="8229600" cy="4767485"/>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933084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Figure + Caption">
    <p:spTree>
      <p:nvGrpSpPr>
        <p:cNvPr id="1" name="Shape 53"/>
        <p:cNvGrpSpPr/>
        <p:nvPr/>
      </p:nvGrpSpPr>
      <p:grpSpPr>
        <a:xfrm>
          <a:off x="0" y="0"/>
          <a:ext cx="0" cy="0"/>
          <a:chOff x="0" y="0"/>
          <a:chExt cx="0" cy="0"/>
        </a:xfrm>
      </p:grpSpPr>
      <p:sp>
        <p:nvSpPr>
          <p:cNvPr id="54" name="Shape 54"/>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55" name="Shape 55"/>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000000"/>
              </a:solidFill>
              <a:effectLst/>
              <a:uLnTx/>
              <a:uFillTx/>
              <a:latin typeface="Arial"/>
              <a:cs typeface="Arial"/>
              <a:sym typeface="Arial"/>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9" name="Content Placeholder 3">
            <a:extLst>
              <a:ext uri="{FF2B5EF4-FFF2-40B4-BE49-F238E27FC236}">
                <a16:creationId xmlns:a16="http://schemas.microsoft.com/office/drawing/2014/main" id="{211BB07C-705F-4113-A2C5-779D6EA64D97}"/>
              </a:ext>
            </a:extLst>
          </p:cNvPr>
          <p:cNvSpPr>
            <a:spLocks noGrp="1"/>
          </p:cNvSpPr>
          <p:nvPr>
            <p:ph sz="quarter" idx="14"/>
          </p:nvPr>
        </p:nvSpPr>
        <p:spPr>
          <a:xfrm>
            <a:off x="457200" y="1556326"/>
            <a:ext cx="8229600" cy="3391783"/>
          </a:xfrm>
        </p:spPr>
        <p:txBody>
          <a:bodyPr/>
          <a:lstStyle/>
          <a:p>
            <a:pPr lvl="0"/>
            <a:r>
              <a:rPr lang="en-US" dirty="0"/>
              <a:t>Edit Master text styles</a:t>
            </a:r>
          </a:p>
        </p:txBody>
      </p:sp>
    </p:spTree>
    <p:extLst>
      <p:ext uri="{BB962C8B-B14F-4D97-AF65-F5344CB8AC3E}">
        <p14:creationId xmlns:p14="http://schemas.microsoft.com/office/powerpoint/2010/main" val="39373806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dirty="0"/>
          </a:p>
        </p:txBody>
      </p:sp>
      <p:sp>
        <p:nvSpPr>
          <p:cNvPr id="11" name="Text Placeholder 10">
            <a:extLst>
              <a:ext uri="{FF2B5EF4-FFF2-40B4-BE49-F238E27FC236}">
                <a16:creationId xmlns:a16="http://schemas.microsoft.com/office/drawing/2014/main" id="{F059F1CC-D06F-4B10-B166-6D6F2C786A37}"/>
              </a:ext>
            </a:extLst>
          </p:cNvPr>
          <p:cNvSpPr>
            <a:spLocks noGrp="1"/>
          </p:cNvSpPr>
          <p:nvPr>
            <p:ph type="body" sz="quarter" idx="15" hasCustomPrompt="1"/>
          </p:nvPr>
        </p:nvSpPr>
        <p:spPr>
          <a:xfrm>
            <a:off x="5192713" y="5399088"/>
            <a:ext cx="3592512" cy="490537"/>
          </a:xfrm>
        </p:spPr>
        <p:txBody>
          <a:bodyPr/>
          <a:lstStyle>
            <a:lvl1pPr marL="101600" indent="0">
              <a:buNone/>
              <a:defRPr sz="1200"/>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a:xfrm>
            <a:off x="6335712" y="113071"/>
            <a:ext cx="2133599" cy="18287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a:xfrm>
            <a:off x="457200" y="6028611"/>
            <a:ext cx="8229600" cy="20054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851503032"/>
      </p:ext>
    </p:extLst>
  </p:cSld>
  <p:clrMapOvr>
    <a:masterClrMapping/>
  </p:clrMapOvr>
  <p:transition>
    <p:fade thruBlk="1"/>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91D3-E16C-46AB-9A90-0F52CA812534}"/>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957388"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22325" y="2643044"/>
            <a:ext cx="1957388"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22325" y="3613151"/>
            <a:ext cx="1957388"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6729412" y="1681163"/>
            <a:ext cx="1957388"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6729413" y="2651910"/>
            <a:ext cx="1957387"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6729413" y="3613151"/>
            <a:ext cx="1957387" cy="627063"/>
          </a:xfrm>
        </p:spPr>
        <p:txBody>
          <a:bodyPr/>
          <a:lstStyle>
            <a:lvl1pPr marL="101600" indent="0">
              <a:buNone/>
              <a:defRPr/>
            </a:lvl1pPr>
          </a:lstStyle>
          <a:p>
            <a:pPr lvl="0"/>
            <a:r>
              <a:rPr lang="en-US" dirty="0"/>
              <a:t>Label 6</a:t>
            </a:r>
          </a:p>
        </p:txBody>
      </p:sp>
      <p:sp>
        <p:nvSpPr>
          <p:cNvPr id="5" name="Footer Placeholder 4">
            <a:extLst>
              <a:ext uri="{FF2B5EF4-FFF2-40B4-BE49-F238E27FC236}">
                <a16:creationId xmlns:a16="http://schemas.microsoft.com/office/drawing/2014/main" id="{237B7866-709E-4B26-BCD7-5CF284C134CA}"/>
              </a:ext>
            </a:extLst>
          </p:cNvPr>
          <p:cNvSpPr>
            <a:spLocks noGrp="1"/>
          </p:cNvSpPr>
          <p:nvPr>
            <p:ph type="ftr" sz="quarter" idx="12"/>
          </p:nvPr>
        </p:nvSpPr>
        <p:spPr>
          <a:xfrm>
            <a:off x="457200" y="6028611"/>
            <a:ext cx="8229600" cy="20054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a:xfrm>
            <a:off x="6335712" y="113071"/>
            <a:ext cx="2133599" cy="18287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210573140"/>
      </p:ext>
    </p:extLst>
  </p:cSld>
  <p:clrMapOvr>
    <a:masterClrMapping/>
  </p:clrMapOvr>
  <p:transition>
    <p:fade thruBlk="1"/>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5" name="Footer Placeholder 4">
            <a:extLst>
              <a:ext uri="{FF2B5EF4-FFF2-40B4-BE49-F238E27FC236}">
                <a16:creationId xmlns:a16="http://schemas.microsoft.com/office/drawing/2014/main" id="{E2476705-5AD3-4E05-9DCF-CA01EBF96B12}"/>
              </a:ext>
            </a:extLst>
          </p:cNvPr>
          <p:cNvSpPr>
            <a:spLocks noGrp="1"/>
          </p:cNvSpPr>
          <p:nvPr>
            <p:ph type="ftr" sz="quarter" idx="12"/>
          </p:nvPr>
        </p:nvSpPr>
        <p:spPr>
          <a:xfrm>
            <a:off x="457200" y="6028611"/>
            <a:ext cx="8229600" cy="20054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a:xfrm>
            <a:off x="6335712" y="113071"/>
            <a:ext cx="2133599" cy="18287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68805281"/>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image" Target="../media/image1.pn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3.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1381250" y="2155293"/>
            <a:ext cx="6809700" cy="4149600"/>
          </a:xfrm>
          <a:prstGeom prst="rect">
            <a:avLst/>
          </a:prstGeom>
          <a:noFill/>
          <a:ln>
            <a:noFill/>
          </a:ln>
        </p:spPr>
        <p:txBody>
          <a:bodyPr spcFirstLastPara="1" wrap="square" lIns="91425" tIns="91425" rIns="91425" bIns="91425" anchor="t" anchorCtr="0"/>
          <a:lstStyle>
            <a:lvl1pPr marL="457200" lvl="0" indent="-381000">
              <a:spcBef>
                <a:spcPts val="600"/>
              </a:spcBef>
              <a:spcAft>
                <a:spcPts val="0"/>
              </a:spcAft>
              <a:buClr>
                <a:srgbClr val="FFCD00"/>
              </a:buClr>
              <a:buSzPts val="2400"/>
              <a:buFont typeface="Quattrocento Sans"/>
              <a:buChar char="◉"/>
              <a:defRPr sz="2400">
                <a:latin typeface="Quattrocento Sans"/>
                <a:ea typeface="Quattrocento Sans"/>
                <a:cs typeface="Quattrocento Sans"/>
                <a:sym typeface="Quattrocento Sans"/>
              </a:defRPr>
            </a:lvl1pPr>
            <a:lvl2pPr marL="914400" lvl="1" indent="-355600">
              <a:spcBef>
                <a:spcPts val="0"/>
              </a:spcBef>
              <a:spcAft>
                <a:spcPts val="0"/>
              </a:spcAft>
              <a:buClr>
                <a:srgbClr val="FFCD00"/>
              </a:buClr>
              <a:buSzPts val="2000"/>
              <a:buFont typeface="Quattrocento Sans"/>
              <a:buChar char="○"/>
              <a:defRPr sz="2000">
                <a:latin typeface="Quattrocento Sans"/>
                <a:ea typeface="Quattrocento Sans"/>
                <a:cs typeface="Quattrocento Sans"/>
                <a:sym typeface="Quattrocento Sans"/>
              </a:defRPr>
            </a:lvl2pPr>
            <a:lvl3pPr marL="1371600" lvl="2" indent="-355600">
              <a:spcBef>
                <a:spcPts val="0"/>
              </a:spcBef>
              <a:spcAft>
                <a:spcPts val="0"/>
              </a:spcAft>
              <a:buClr>
                <a:srgbClr val="FFCD00"/>
              </a:buClr>
              <a:buSzPts val="2000"/>
              <a:buFont typeface="Quattrocento Sans"/>
              <a:buChar char="■"/>
              <a:defRPr sz="2000">
                <a:latin typeface="Quattrocento Sans"/>
                <a:ea typeface="Quattrocento Sans"/>
                <a:cs typeface="Quattrocento Sans"/>
                <a:sym typeface="Quattrocento Sans"/>
              </a:defRPr>
            </a:lvl3pPr>
            <a:lvl4pPr marL="1828800" lvl="3" indent="-34290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4pPr>
            <a:lvl5pPr marL="2286000" lvl="4" indent="-34290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5pPr>
            <a:lvl6pPr marL="2743200" lvl="5" indent="-34290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6pPr>
            <a:lvl7pPr marL="3200400" lvl="6" indent="-34290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7pPr>
            <a:lvl8pPr marL="3657600" lvl="7" indent="-34290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8pPr>
            <a:lvl9pPr marL="4114800" lvl="8" indent="-342900">
              <a:spcBef>
                <a:spcPts val="0"/>
              </a:spcBef>
              <a:spcAft>
                <a:spcPts val="0"/>
              </a:spcAft>
              <a:buClr>
                <a:srgbClr val="FFCD00"/>
              </a:buClr>
              <a:buSzPts val="1800"/>
              <a:buFont typeface="Quattrocento Sans"/>
              <a:buChar char="■"/>
              <a:defRPr sz="1800">
                <a:latin typeface="Quattrocento Sans"/>
                <a:ea typeface="Quattrocento Sans"/>
                <a:cs typeface="Quattrocento Sans"/>
                <a:sym typeface="Quattrocento Sans"/>
              </a:defRPr>
            </a:lvl9pPr>
          </a:lstStyle>
          <a:p>
            <a:endParaRPr/>
          </a:p>
        </p:txBody>
      </p:sp>
      <p:sp>
        <p:nvSpPr>
          <p:cNvPr id="7" name="Google Shape;7;p1"/>
          <p:cNvSpPr txBox="1">
            <a:spLocks noGrp="1"/>
          </p:cNvSpPr>
          <p:nvPr>
            <p:ph type="title"/>
          </p:nvPr>
        </p:nvSpPr>
        <p:spPr>
          <a:xfrm>
            <a:off x="1381250" y="1249489"/>
            <a:ext cx="6809700" cy="580800"/>
          </a:xfrm>
          <a:prstGeom prst="rect">
            <a:avLst/>
          </a:prstGeom>
          <a:noFill/>
          <a:ln>
            <a:noFill/>
          </a:ln>
        </p:spPr>
        <p:txBody>
          <a:bodyPr spcFirstLastPara="1" wrap="square" lIns="91425" tIns="91425" rIns="91425" bIns="91425" anchor="ctr" anchorCtr="0"/>
          <a:lstStyle>
            <a:lvl1pPr lvl="0">
              <a:spcBef>
                <a:spcPts val="0"/>
              </a:spcBef>
              <a:spcAft>
                <a:spcPts val="0"/>
              </a:spcAft>
              <a:buSzPts val="2000"/>
              <a:buFont typeface="Lora"/>
              <a:buNone/>
              <a:defRPr sz="2000" b="1">
                <a:latin typeface="Lora"/>
                <a:ea typeface="Lora"/>
                <a:cs typeface="Lora"/>
                <a:sym typeface="Lora"/>
              </a:defRPr>
            </a:lvl1pPr>
            <a:lvl2pPr lvl="1">
              <a:spcBef>
                <a:spcPts val="0"/>
              </a:spcBef>
              <a:spcAft>
                <a:spcPts val="0"/>
              </a:spcAft>
              <a:buSzPts val="2000"/>
              <a:buFont typeface="Lora"/>
              <a:buNone/>
              <a:defRPr sz="2000" b="1">
                <a:latin typeface="Lora"/>
                <a:ea typeface="Lora"/>
                <a:cs typeface="Lora"/>
                <a:sym typeface="Lora"/>
              </a:defRPr>
            </a:lvl2pPr>
            <a:lvl3pPr lvl="2">
              <a:spcBef>
                <a:spcPts val="0"/>
              </a:spcBef>
              <a:spcAft>
                <a:spcPts val="0"/>
              </a:spcAft>
              <a:buSzPts val="2000"/>
              <a:buFont typeface="Lora"/>
              <a:buNone/>
              <a:defRPr sz="2000" b="1">
                <a:latin typeface="Lora"/>
                <a:ea typeface="Lora"/>
                <a:cs typeface="Lora"/>
                <a:sym typeface="Lora"/>
              </a:defRPr>
            </a:lvl3pPr>
            <a:lvl4pPr lvl="3">
              <a:spcBef>
                <a:spcPts val="0"/>
              </a:spcBef>
              <a:spcAft>
                <a:spcPts val="0"/>
              </a:spcAft>
              <a:buSzPts val="2000"/>
              <a:buFont typeface="Lora"/>
              <a:buNone/>
              <a:defRPr sz="2000" b="1">
                <a:latin typeface="Lora"/>
                <a:ea typeface="Lora"/>
                <a:cs typeface="Lora"/>
                <a:sym typeface="Lora"/>
              </a:defRPr>
            </a:lvl4pPr>
            <a:lvl5pPr lvl="4">
              <a:spcBef>
                <a:spcPts val="0"/>
              </a:spcBef>
              <a:spcAft>
                <a:spcPts val="0"/>
              </a:spcAft>
              <a:buSzPts val="2000"/>
              <a:buFont typeface="Lora"/>
              <a:buNone/>
              <a:defRPr sz="2000" b="1">
                <a:latin typeface="Lora"/>
                <a:ea typeface="Lora"/>
                <a:cs typeface="Lora"/>
                <a:sym typeface="Lora"/>
              </a:defRPr>
            </a:lvl5pPr>
            <a:lvl6pPr lvl="5">
              <a:spcBef>
                <a:spcPts val="0"/>
              </a:spcBef>
              <a:spcAft>
                <a:spcPts val="0"/>
              </a:spcAft>
              <a:buSzPts val="2000"/>
              <a:buFont typeface="Lora"/>
              <a:buNone/>
              <a:defRPr sz="2000" b="1">
                <a:latin typeface="Lora"/>
                <a:ea typeface="Lora"/>
                <a:cs typeface="Lora"/>
                <a:sym typeface="Lora"/>
              </a:defRPr>
            </a:lvl6pPr>
            <a:lvl7pPr lvl="6">
              <a:spcBef>
                <a:spcPts val="0"/>
              </a:spcBef>
              <a:spcAft>
                <a:spcPts val="0"/>
              </a:spcAft>
              <a:buSzPts val="2000"/>
              <a:buFont typeface="Lora"/>
              <a:buNone/>
              <a:defRPr sz="2000" b="1">
                <a:latin typeface="Lora"/>
                <a:ea typeface="Lora"/>
                <a:cs typeface="Lora"/>
                <a:sym typeface="Lora"/>
              </a:defRPr>
            </a:lvl7pPr>
            <a:lvl8pPr lvl="7">
              <a:spcBef>
                <a:spcPts val="0"/>
              </a:spcBef>
              <a:spcAft>
                <a:spcPts val="0"/>
              </a:spcAft>
              <a:buSzPts val="2000"/>
              <a:buFont typeface="Lora"/>
              <a:buNone/>
              <a:defRPr sz="2000" b="1">
                <a:latin typeface="Lora"/>
                <a:ea typeface="Lora"/>
                <a:cs typeface="Lora"/>
                <a:sym typeface="Lora"/>
              </a:defRPr>
            </a:lvl8pPr>
            <a:lvl9pPr lvl="8">
              <a:spcBef>
                <a:spcPts val="0"/>
              </a:spcBef>
              <a:spcAft>
                <a:spcPts val="0"/>
              </a:spcAft>
              <a:buSzPts val="2000"/>
              <a:buFont typeface="Lora"/>
              <a:buNone/>
              <a:defRPr sz="2000" b="1">
                <a:latin typeface="Lora"/>
                <a:ea typeface="Lora"/>
                <a:cs typeface="Lora"/>
                <a:sym typeface="Lora"/>
              </a:defRPr>
            </a:lvl9pPr>
          </a:lstStyle>
          <a:p>
            <a:endParaRPr/>
          </a:p>
        </p:txBody>
      </p:sp>
      <p:sp>
        <p:nvSpPr>
          <p:cNvPr id="8" name="Google Shape;8;p1"/>
          <p:cNvSpPr txBox="1">
            <a:spLocks noGrp="1"/>
          </p:cNvSpPr>
          <p:nvPr>
            <p:ph type="sldNum" idx="12"/>
          </p:nvPr>
        </p:nvSpPr>
        <p:spPr>
          <a:xfrm>
            <a:off x="8543227" y="6333135"/>
            <a:ext cx="548700" cy="524800"/>
          </a:xfrm>
          <a:prstGeom prst="rect">
            <a:avLst/>
          </a:prstGeom>
          <a:noFill/>
          <a:ln>
            <a:noFill/>
          </a:ln>
        </p:spPr>
        <p:txBody>
          <a:bodyPr spcFirstLastPara="1" wrap="square" lIns="91425" tIns="91425" rIns="91425" bIns="91425" anchor="t" anchorCtr="0">
            <a:noAutofit/>
          </a:bodyPr>
          <a:lstStyle>
            <a:lvl1pPr lvl="0" algn="r">
              <a:buNone/>
              <a:defRPr sz="1000">
                <a:solidFill>
                  <a:srgbClr val="1D1D1B"/>
                </a:solidFill>
                <a:latin typeface="Lora"/>
                <a:ea typeface="Lora"/>
                <a:cs typeface="Lora"/>
                <a:sym typeface="Lora"/>
              </a:defRPr>
            </a:lvl1pPr>
            <a:lvl2pPr lvl="1" algn="r">
              <a:buNone/>
              <a:defRPr sz="1000">
                <a:solidFill>
                  <a:srgbClr val="1D1D1B"/>
                </a:solidFill>
                <a:latin typeface="Lora"/>
                <a:ea typeface="Lora"/>
                <a:cs typeface="Lora"/>
                <a:sym typeface="Lora"/>
              </a:defRPr>
            </a:lvl2pPr>
            <a:lvl3pPr lvl="2" algn="r">
              <a:buNone/>
              <a:defRPr sz="1000">
                <a:solidFill>
                  <a:srgbClr val="1D1D1B"/>
                </a:solidFill>
                <a:latin typeface="Lora"/>
                <a:ea typeface="Lora"/>
                <a:cs typeface="Lora"/>
                <a:sym typeface="Lora"/>
              </a:defRPr>
            </a:lvl3pPr>
            <a:lvl4pPr lvl="3" algn="r">
              <a:buNone/>
              <a:defRPr sz="1000">
                <a:solidFill>
                  <a:srgbClr val="1D1D1B"/>
                </a:solidFill>
                <a:latin typeface="Lora"/>
                <a:ea typeface="Lora"/>
                <a:cs typeface="Lora"/>
                <a:sym typeface="Lora"/>
              </a:defRPr>
            </a:lvl4pPr>
            <a:lvl5pPr lvl="4" algn="r">
              <a:buNone/>
              <a:defRPr sz="1000">
                <a:solidFill>
                  <a:srgbClr val="1D1D1B"/>
                </a:solidFill>
                <a:latin typeface="Lora"/>
                <a:ea typeface="Lora"/>
                <a:cs typeface="Lora"/>
                <a:sym typeface="Lora"/>
              </a:defRPr>
            </a:lvl5pPr>
            <a:lvl6pPr lvl="5" algn="r">
              <a:buNone/>
              <a:defRPr sz="1000">
                <a:solidFill>
                  <a:srgbClr val="1D1D1B"/>
                </a:solidFill>
                <a:latin typeface="Lora"/>
                <a:ea typeface="Lora"/>
                <a:cs typeface="Lora"/>
                <a:sym typeface="Lora"/>
              </a:defRPr>
            </a:lvl6pPr>
            <a:lvl7pPr lvl="6" algn="r">
              <a:buNone/>
              <a:defRPr sz="1000">
                <a:solidFill>
                  <a:srgbClr val="1D1D1B"/>
                </a:solidFill>
                <a:latin typeface="Lora"/>
                <a:ea typeface="Lora"/>
                <a:cs typeface="Lora"/>
                <a:sym typeface="Lora"/>
              </a:defRPr>
            </a:lvl7pPr>
            <a:lvl8pPr lvl="7" algn="r">
              <a:buNone/>
              <a:defRPr sz="1000">
                <a:solidFill>
                  <a:srgbClr val="1D1D1B"/>
                </a:solidFill>
                <a:latin typeface="Lora"/>
                <a:ea typeface="Lora"/>
                <a:cs typeface="Lora"/>
                <a:sym typeface="Lora"/>
              </a:defRPr>
            </a:lvl8pPr>
            <a:lvl9pPr lvl="8" algn="r">
              <a:buNone/>
              <a:defRPr sz="1000">
                <a:solidFill>
                  <a:srgbClr val="1D1D1B"/>
                </a:solidFill>
                <a:latin typeface="Lora"/>
                <a:ea typeface="Lora"/>
                <a:cs typeface="Lora"/>
                <a:sym typeface="Lora"/>
              </a:defRPr>
            </a:lvl9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548349064"/>
      </p:ext>
    </p:extLst>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4" r:id="rId12"/>
    <p:sldLayoutId id="2147483705" r:id="rId13"/>
    <p:sldLayoutId id="2147483673" r:id="rId14"/>
    <p:sldLayoutId id="2147483670" r:id="rId15"/>
    <p:sldLayoutId id="2147483669" r:id="rId16"/>
  </p:sldLayoutIdLst>
  <p:transition>
    <p:fade thruBlk="1"/>
  </p:transition>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8">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86150" y="410826"/>
            <a:ext cx="7571700" cy="9369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0091EA"/>
              </a:buClr>
              <a:buSzPts val="2000"/>
              <a:buFont typeface="Roboto Slab"/>
              <a:buNone/>
              <a:defRPr sz="2000">
                <a:solidFill>
                  <a:srgbClr val="0091EA"/>
                </a:solidFill>
                <a:latin typeface="Roboto Slab"/>
                <a:ea typeface="Roboto Slab"/>
                <a:cs typeface="Roboto Slab"/>
                <a:sym typeface="Roboto Slab"/>
              </a:defRPr>
            </a:lvl1pPr>
            <a:lvl2pPr lvl="1">
              <a:spcBef>
                <a:spcPts val="0"/>
              </a:spcBef>
              <a:spcAft>
                <a:spcPts val="0"/>
              </a:spcAft>
              <a:buClr>
                <a:srgbClr val="0091EA"/>
              </a:buClr>
              <a:buSzPts val="2000"/>
              <a:buFont typeface="Roboto Slab"/>
              <a:buNone/>
              <a:defRPr sz="2000">
                <a:solidFill>
                  <a:srgbClr val="0091EA"/>
                </a:solidFill>
                <a:latin typeface="Roboto Slab"/>
                <a:ea typeface="Roboto Slab"/>
                <a:cs typeface="Roboto Slab"/>
                <a:sym typeface="Roboto Slab"/>
              </a:defRPr>
            </a:lvl2pPr>
            <a:lvl3pPr lvl="2">
              <a:spcBef>
                <a:spcPts val="0"/>
              </a:spcBef>
              <a:spcAft>
                <a:spcPts val="0"/>
              </a:spcAft>
              <a:buClr>
                <a:srgbClr val="0091EA"/>
              </a:buClr>
              <a:buSzPts val="2000"/>
              <a:buFont typeface="Roboto Slab"/>
              <a:buNone/>
              <a:defRPr sz="2000">
                <a:solidFill>
                  <a:srgbClr val="0091EA"/>
                </a:solidFill>
                <a:latin typeface="Roboto Slab"/>
                <a:ea typeface="Roboto Slab"/>
                <a:cs typeface="Roboto Slab"/>
                <a:sym typeface="Roboto Slab"/>
              </a:defRPr>
            </a:lvl3pPr>
            <a:lvl4pPr lvl="3">
              <a:spcBef>
                <a:spcPts val="0"/>
              </a:spcBef>
              <a:spcAft>
                <a:spcPts val="0"/>
              </a:spcAft>
              <a:buClr>
                <a:srgbClr val="0091EA"/>
              </a:buClr>
              <a:buSzPts val="2000"/>
              <a:buFont typeface="Roboto Slab"/>
              <a:buNone/>
              <a:defRPr sz="2000">
                <a:solidFill>
                  <a:srgbClr val="0091EA"/>
                </a:solidFill>
                <a:latin typeface="Roboto Slab"/>
                <a:ea typeface="Roboto Slab"/>
                <a:cs typeface="Roboto Slab"/>
                <a:sym typeface="Roboto Slab"/>
              </a:defRPr>
            </a:lvl4pPr>
            <a:lvl5pPr lvl="4">
              <a:spcBef>
                <a:spcPts val="0"/>
              </a:spcBef>
              <a:spcAft>
                <a:spcPts val="0"/>
              </a:spcAft>
              <a:buClr>
                <a:srgbClr val="0091EA"/>
              </a:buClr>
              <a:buSzPts val="2000"/>
              <a:buFont typeface="Roboto Slab"/>
              <a:buNone/>
              <a:defRPr sz="2000">
                <a:solidFill>
                  <a:srgbClr val="0091EA"/>
                </a:solidFill>
                <a:latin typeface="Roboto Slab"/>
                <a:ea typeface="Roboto Slab"/>
                <a:cs typeface="Roboto Slab"/>
                <a:sym typeface="Roboto Slab"/>
              </a:defRPr>
            </a:lvl5pPr>
            <a:lvl6pPr lvl="5">
              <a:spcBef>
                <a:spcPts val="0"/>
              </a:spcBef>
              <a:spcAft>
                <a:spcPts val="0"/>
              </a:spcAft>
              <a:buClr>
                <a:srgbClr val="0091EA"/>
              </a:buClr>
              <a:buSzPts val="2000"/>
              <a:buFont typeface="Roboto Slab"/>
              <a:buNone/>
              <a:defRPr sz="2000">
                <a:solidFill>
                  <a:srgbClr val="0091EA"/>
                </a:solidFill>
                <a:latin typeface="Roboto Slab"/>
                <a:ea typeface="Roboto Slab"/>
                <a:cs typeface="Roboto Slab"/>
                <a:sym typeface="Roboto Slab"/>
              </a:defRPr>
            </a:lvl6pPr>
            <a:lvl7pPr lvl="6">
              <a:spcBef>
                <a:spcPts val="0"/>
              </a:spcBef>
              <a:spcAft>
                <a:spcPts val="0"/>
              </a:spcAft>
              <a:buClr>
                <a:srgbClr val="0091EA"/>
              </a:buClr>
              <a:buSzPts val="2000"/>
              <a:buFont typeface="Roboto Slab"/>
              <a:buNone/>
              <a:defRPr sz="2000">
                <a:solidFill>
                  <a:srgbClr val="0091EA"/>
                </a:solidFill>
                <a:latin typeface="Roboto Slab"/>
                <a:ea typeface="Roboto Slab"/>
                <a:cs typeface="Roboto Slab"/>
                <a:sym typeface="Roboto Slab"/>
              </a:defRPr>
            </a:lvl7pPr>
            <a:lvl8pPr lvl="7">
              <a:spcBef>
                <a:spcPts val="0"/>
              </a:spcBef>
              <a:spcAft>
                <a:spcPts val="0"/>
              </a:spcAft>
              <a:buClr>
                <a:srgbClr val="0091EA"/>
              </a:buClr>
              <a:buSzPts val="2000"/>
              <a:buFont typeface="Roboto Slab"/>
              <a:buNone/>
              <a:defRPr sz="2000">
                <a:solidFill>
                  <a:srgbClr val="0091EA"/>
                </a:solidFill>
                <a:latin typeface="Roboto Slab"/>
                <a:ea typeface="Roboto Slab"/>
                <a:cs typeface="Roboto Slab"/>
                <a:sym typeface="Roboto Slab"/>
              </a:defRPr>
            </a:lvl8pPr>
            <a:lvl9pPr lvl="8">
              <a:spcBef>
                <a:spcPts val="0"/>
              </a:spcBef>
              <a:spcAft>
                <a:spcPts val="0"/>
              </a:spcAft>
              <a:buClr>
                <a:srgbClr val="0091EA"/>
              </a:buClr>
              <a:buSzPts val="2000"/>
              <a:buFont typeface="Roboto Slab"/>
              <a:buNone/>
              <a:defRPr sz="2000">
                <a:solidFill>
                  <a:srgbClr val="0091EA"/>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786150" y="1682267"/>
            <a:ext cx="7571700" cy="4764900"/>
          </a:xfrm>
          <a:prstGeom prst="rect">
            <a:avLst/>
          </a:prstGeom>
          <a:noFill/>
          <a:ln>
            <a:noFill/>
          </a:ln>
        </p:spPr>
        <p:txBody>
          <a:bodyPr spcFirstLastPara="1" wrap="square" lIns="91425" tIns="91425" rIns="91425" bIns="91425" anchor="t" anchorCtr="0"/>
          <a:lstStyle>
            <a:lvl1pPr marL="457200" lvl="0" indent="-419100">
              <a:spcBef>
                <a:spcPts val="600"/>
              </a:spcBef>
              <a:spcAft>
                <a:spcPts val="0"/>
              </a:spcAft>
              <a:buClr>
                <a:srgbClr val="CFD8DC"/>
              </a:buClr>
              <a:buSzPts val="3000"/>
              <a:buFont typeface="Source Sans Pro"/>
              <a:buChar char="◎"/>
              <a:defRPr sz="3000">
                <a:solidFill>
                  <a:srgbClr val="263238"/>
                </a:solidFill>
                <a:latin typeface="Source Sans Pro"/>
                <a:ea typeface="Source Sans Pro"/>
                <a:cs typeface="Source Sans Pro"/>
                <a:sym typeface="Source Sans Pro"/>
              </a:defRPr>
            </a:lvl1pPr>
            <a:lvl2pPr marL="914400" lvl="1" indent="-381000">
              <a:spcBef>
                <a:spcPts val="0"/>
              </a:spcBef>
              <a:spcAft>
                <a:spcPts val="0"/>
              </a:spcAft>
              <a:buClr>
                <a:srgbClr val="CFD8DC"/>
              </a:buClr>
              <a:buSzPts val="2400"/>
              <a:buFont typeface="Source Sans Pro"/>
              <a:buChar char="○"/>
              <a:defRPr sz="2400">
                <a:solidFill>
                  <a:srgbClr val="263238"/>
                </a:solidFill>
                <a:latin typeface="Source Sans Pro"/>
                <a:ea typeface="Source Sans Pro"/>
                <a:cs typeface="Source Sans Pro"/>
                <a:sym typeface="Source Sans Pro"/>
              </a:defRPr>
            </a:lvl2pPr>
            <a:lvl3pPr marL="1371600" lvl="2" indent="-381000">
              <a:spcBef>
                <a:spcPts val="0"/>
              </a:spcBef>
              <a:spcAft>
                <a:spcPts val="0"/>
              </a:spcAft>
              <a:buClr>
                <a:srgbClr val="CFD8DC"/>
              </a:buClr>
              <a:buSzPts val="2400"/>
              <a:buFont typeface="Source Sans Pro"/>
              <a:buChar char="◉"/>
              <a:defRPr sz="2400">
                <a:solidFill>
                  <a:srgbClr val="263238"/>
                </a:solidFill>
                <a:latin typeface="Source Sans Pro"/>
                <a:ea typeface="Source Sans Pro"/>
                <a:cs typeface="Source Sans Pro"/>
                <a:sym typeface="Source Sans Pro"/>
              </a:defRPr>
            </a:lvl3pPr>
            <a:lvl4pPr marL="1828800" lvl="3" indent="-342900">
              <a:spcBef>
                <a:spcPts val="0"/>
              </a:spcBef>
              <a:spcAft>
                <a:spcPts val="0"/>
              </a:spcAft>
              <a:buClr>
                <a:srgbClr val="CFD8DC"/>
              </a:buClr>
              <a:buSzPts val="1800"/>
              <a:buFont typeface="Source Sans Pro"/>
              <a:buChar char="●"/>
              <a:defRPr sz="1800">
                <a:solidFill>
                  <a:srgbClr val="263238"/>
                </a:solidFill>
                <a:latin typeface="Source Sans Pro"/>
                <a:ea typeface="Source Sans Pro"/>
                <a:cs typeface="Source Sans Pro"/>
                <a:sym typeface="Source Sans Pro"/>
              </a:defRPr>
            </a:lvl4pPr>
            <a:lvl5pPr marL="2286000" lvl="4" indent="-342900">
              <a:spcBef>
                <a:spcPts val="0"/>
              </a:spcBef>
              <a:spcAft>
                <a:spcPts val="0"/>
              </a:spcAft>
              <a:buClr>
                <a:srgbClr val="CFD8DC"/>
              </a:buClr>
              <a:buSzPts val="1800"/>
              <a:buFont typeface="Source Sans Pro"/>
              <a:buChar char="○"/>
              <a:defRPr sz="1800">
                <a:solidFill>
                  <a:srgbClr val="263238"/>
                </a:solidFill>
                <a:latin typeface="Source Sans Pro"/>
                <a:ea typeface="Source Sans Pro"/>
                <a:cs typeface="Source Sans Pro"/>
                <a:sym typeface="Source Sans Pro"/>
              </a:defRPr>
            </a:lvl5pPr>
            <a:lvl6pPr marL="2743200" lvl="5" indent="-342900">
              <a:spcBef>
                <a:spcPts val="0"/>
              </a:spcBef>
              <a:spcAft>
                <a:spcPts val="0"/>
              </a:spcAft>
              <a:buClr>
                <a:srgbClr val="CFD8DC"/>
              </a:buClr>
              <a:buSzPts val="1800"/>
              <a:buFont typeface="Source Sans Pro"/>
              <a:buChar char="■"/>
              <a:defRPr sz="1800">
                <a:solidFill>
                  <a:srgbClr val="263238"/>
                </a:solidFill>
                <a:latin typeface="Source Sans Pro"/>
                <a:ea typeface="Source Sans Pro"/>
                <a:cs typeface="Source Sans Pro"/>
                <a:sym typeface="Source Sans Pro"/>
              </a:defRPr>
            </a:lvl6pPr>
            <a:lvl7pPr marL="3200400" lvl="6" indent="-342900">
              <a:spcBef>
                <a:spcPts val="0"/>
              </a:spcBef>
              <a:spcAft>
                <a:spcPts val="0"/>
              </a:spcAft>
              <a:buClr>
                <a:srgbClr val="CFD8DC"/>
              </a:buClr>
              <a:buSzPts val="1800"/>
              <a:buFont typeface="Source Sans Pro"/>
              <a:buChar char="●"/>
              <a:defRPr sz="1800">
                <a:solidFill>
                  <a:srgbClr val="263238"/>
                </a:solidFill>
                <a:latin typeface="Source Sans Pro"/>
                <a:ea typeface="Source Sans Pro"/>
                <a:cs typeface="Source Sans Pro"/>
                <a:sym typeface="Source Sans Pro"/>
              </a:defRPr>
            </a:lvl7pPr>
            <a:lvl8pPr marL="3657600" lvl="7" indent="-342900">
              <a:spcBef>
                <a:spcPts val="0"/>
              </a:spcBef>
              <a:spcAft>
                <a:spcPts val="0"/>
              </a:spcAft>
              <a:buClr>
                <a:srgbClr val="CFD8DC"/>
              </a:buClr>
              <a:buSzPts val="1800"/>
              <a:buFont typeface="Source Sans Pro"/>
              <a:buChar char="○"/>
              <a:defRPr sz="1800">
                <a:solidFill>
                  <a:srgbClr val="263238"/>
                </a:solidFill>
                <a:latin typeface="Source Sans Pro"/>
                <a:ea typeface="Source Sans Pro"/>
                <a:cs typeface="Source Sans Pro"/>
                <a:sym typeface="Source Sans Pro"/>
              </a:defRPr>
            </a:lvl8pPr>
            <a:lvl9pPr marL="4114800" lvl="8" indent="-342900">
              <a:spcBef>
                <a:spcPts val="0"/>
              </a:spcBef>
              <a:spcAft>
                <a:spcPts val="0"/>
              </a:spcAft>
              <a:buClr>
                <a:srgbClr val="CFD8DC"/>
              </a:buClr>
              <a:buSzPts val="1800"/>
              <a:buFont typeface="Source Sans Pro"/>
              <a:buChar char="■"/>
              <a:defRPr sz="1800">
                <a:solidFill>
                  <a:srgbClr val="263238"/>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04384" y="6333134"/>
            <a:ext cx="548700" cy="525000"/>
          </a:xfrm>
          <a:prstGeom prst="rect">
            <a:avLst/>
          </a:prstGeom>
          <a:noFill/>
          <a:ln>
            <a:noFill/>
          </a:ln>
        </p:spPr>
        <p:txBody>
          <a:bodyPr spcFirstLastPara="1" wrap="square" lIns="91425" tIns="91425" rIns="91425" bIns="91425" anchor="t" anchorCtr="0">
            <a:noAutofit/>
          </a:bodyPr>
          <a:lstStyle>
            <a:lvl1pPr lvl="0" algn="r">
              <a:buNone/>
              <a:defRPr sz="1300" b="1">
                <a:solidFill>
                  <a:srgbClr val="0091EA"/>
                </a:solidFill>
                <a:latin typeface="Source Sans Pro"/>
                <a:ea typeface="Source Sans Pro"/>
                <a:cs typeface="Source Sans Pro"/>
                <a:sym typeface="Source Sans Pro"/>
              </a:defRPr>
            </a:lvl1pPr>
            <a:lvl2pPr lvl="1" algn="r">
              <a:buNone/>
              <a:defRPr sz="1300" b="1">
                <a:solidFill>
                  <a:srgbClr val="0091EA"/>
                </a:solidFill>
                <a:latin typeface="Source Sans Pro"/>
                <a:ea typeface="Source Sans Pro"/>
                <a:cs typeface="Source Sans Pro"/>
                <a:sym typeface="Source Sans Pro"/>
              </a:defRPr>
            </a:lvl2pPr>
            <a:lvl3pPr lvl="2" algn="r">
              <a:buNone/>
              <a:defRPr sz="1300" b="1">
                <a:solidFill>
                  <a:srgbClr val="0091EA"/>
                </a:solidFill>
                <a:latin typeface="Source Sans Pro"/>
                <a:ea typeface="Source Sans Pro"/>
                <a:cs typeface="Source Sans Pro"/>
                <a:sym typeface="Source Sans Pro"/>
              </a:defRPr>
            </a:lvl3pPr>
            <a:lvl4pPr lvl="3" algn="r">
              <a:buNone/>
              <a:defRPr sz="1300" b="1">
                <a:solidFill>
                  <a:srgbClr val="0091EA"/>
                </a:solidFill>
                <a:latin typeface="Source Sans Pro"/>
                <a:ea typeface="Source Sans Pro"/>
                <a:cs typeface="Source Sans Pro"/>
                <a:sym typeface="Source Sans Pro"/>
              </a:defRPr>
            </a:lvl4pPr>
            <a:lvl5pPr lvl="4" algn="r">
              <a:buNone/>
              <a:defRPr sz="1300" b="1">
                <a:solidFill>
                  <a:srgbClr val="0091EA"/>
                </a:solidFill>
                <a:latin typeface="Source Sans Pro"/>
                <a:ea typeface="Source Sans Pro"/>
                <a:cs typeface="Source Sans Pro"/>
                <a:sym typeface="Source Sans Pro"/>
              </a:defRPr>
            </a:lvl5pPr>
            <a:lvl6pPr lvl="5" algn="r">
              <a:buNone/>
              <a:defRPr sz="1300" b="1">
                <a:solidFill>
                  <a:srgbClr val="0091EA"/>
                </a:solidFill>
                <a:latin typeface="Source Sans Pro"/>
                <a:ea typeface="Source Sans Pro"/>
                <a:cs typeface="Source Sans Pro"/>
                <a:sym typeface="Source Sans Pro"/>
              </a:defRPr>
            </a:lvl6pPr>
            <a:lvl7pPr lvl="6" algn="r">
              <a:buNone/>
              <a:defRPr sz="1300" b="1">
                <a:solidFill>
                  <a:srgbClr val="0091EA"/>
                </a:solidFill>
                <a:latin typeface="Source Sans Pro"/>
                <a:ea typeface="Source Sans Pro"/>
                <a:cs typeface="Source Sans Pro"/>
                <a:sym typeface="Source Sans Pro"/>
              </a:defRPr>
            </a:lvl7pPr>
            <a:lvl8pPr lvl="7" algn="r">
              <a:buNone/>
              <a:defRPr sz="1300" b="1">
                <a:solidFill>
                  <a:srgbClr val="0091EA"/>
                </a:solidFill>
                <a:latin typeface="Source Sans Pro"/>
                <a:ea typeface="Source Sans Pro"/>
                <a:cs typeface="Source Sans Pro"/>
                <a:sym typeface="Source Sans Pro"/>
              </a:defRPr>
            </a:lvl8pPr>
            <a:lvl9pPr lvl="8" algn="r">
              <a:buNone/>
              <a:defRPr sz="1300" b="1">
                <a:solidFill>
                  <a:srgbClr val="0091EA"/>
                </a:solidFill>
                <a:latin typeface="Source Sans Pro"/>
                <a:ea typeface="Source Sans Pro"/>
                <a:cs typeface="Source Sans Pro"/>
                <a:sym typeface="Source Sans Pro"/>
              </a:defRPr>
            </a:lvl9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40734074"/>
      </p:ext>
    </p:extLst>
  </p:cSld>
  <p:clrMap bg1="lt1" tx1="dk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ransition>
    <p:fade thruBlk="1"/>
  </p:transition>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4" name="Title 3"/>
          <p:cNvSpPr>
            <a:spLocks noGrp="1"/>
          </p:cNvSpPr>
          <p:nvPr>
            <p:ph type="ctrTitle"/>
          </p:nvPr>
        </p:nvSpPr>
        <p:spPr/>
        <p:txBody>
          <a:bodyPr/>
          <a:lstStyle/>
          <a:p>
            <a:r>
              <a:rPr lang="en-US" sz="6000" dirty="0" smtClean="0"/>
              <a:t>Week </a:t>
            </a:r>
            <a:r>
              <a:rPr lang="en-US" sz="6000" dirty="0" smtClean="0"/>
              <a:t>6</a:t>
            </a:r>
            <a:endParaRPr lang="en-US" sz="6000" dirty="0"/>
          </a:p>
        </p:txBody>
      </p:sp>
      <p:sp>
        <p:nvSpPr>
          <p:cNvPr id="199" name="Shape 199"/>
          <p:cNvSpPr txBox="1">
            <a:spLocks noGrp="1"/>
          </p:cNvSpPr>
          <p:nvPr>
            <p:ph type="subTitle" idx="1"/>
          </p:nvPr>
        </p:nvSpPr>
        <p:spPr>
          <a:prstGeom prst="rect">
            <a:avLst/>
          </a:prstGeom>
          <a:noFill/>
          <a:ln>
            <a:noFill/>
          </a:ln>
        </p:spPr>
        <p:txBody>
          <a:bodyPr lIns="0" tIns="0" rIns="0" bIns="0" anchor="t" anchorCtr="0">
            <a:noAutofit/>
          </a:bodyPr>
          <a:lstStyle/>
          <a:p>
            <a:pPr marL="0" marR="0" lvl="0" indent="0" algn="l" rtl="0">
              <a:spcBef>
                <a:spcPts val="0"/>
              </a:spcBef>
              <a:buClr>
                <a:srgbClr val="007FA3"/>
              </a:buClr>
              <a:buSzPct val="25000"/>
              <a:buFont typeface="Arial"/>
              <a:buNone/>
            </a:pPr>
            <a:r>
              <a:rPr lang="en-US" sz="5400" b="0" i="0" u="none" strike="noStrike" cap="none" dirty="0">
                <a:solidFill>
                  <a:schemeClr val="dk1"/>
                </a:solidFill>
                <a:latin typeface="Arial"/>
                <a:ea typeface="Arial"/>
                <a:cs typeface="Arial"/>
                <a:sym typeface="Arial"/>
              </a:rPr>
              <a:t>Determining System Requirements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201D-915F-47E3-A01D-D65BB080363F}"/>
              </a:ext>
            </a:extLst>
          </p:cNvPr>
          <p:cNvSpPr>
            <a:spLocks noGrp="1"/>
          </p:cNvSpPr>
          <p:nvPr>
            <p:ph type="title"/>
          </p:nvPr>
        </p:nvSpPr>
        <p:spPr/>
        <p:txBody>
          <a:bodyPr/>
          <a:lstStyle/>
          <a:p>
            <a:r>
              <a:rPr lang="en-US" dirty="0"/>
              <a:t>Introduction</a:t>
            </a:r>
          </a:p>
        </p:txBody>
      </p:sp>
      <p:sp>
        <p:nvSpPr>
          <p:cNvPr id="4" name="Content Placeholder 3">
            <a:extLst>
              <a:ext uri="{FF2B5EF4-FFF2-40B4-BE49-F238E27FC236}">
                <a16:creationId xmlns:a16="http://schemas.microsoft.com/office/drawing/2014/main" id="{3FAC7ED7-FA37-4FDF-8BA7-D869255B1521}"/>
              </a:ext>
            </a:extLst>
          </p:cNvPr>
          <p:cNvSpPr>
            <a:spLocks noGrp="1"/>
          </p:cNvSpPr>
          <p:nvPr>
            <p:ph sz="quarter" idx="14"/>
          </p:nvPr>
        </p:nvSpPr>
        <p:spPr/>
        <p:txBody>
          <a:bodyPr/>
          <a:lstStyle/>
          <a:p>
            <a:r>
              <a:rPr lang="en-US" sz="3200" dirty="0"/>
              <a:t>Analysis has two subphases:</a:t>
            </a:r>
          </a:p>
          <a:p>
            <a:pPr lvl="1"/>
            <a:r>
              <a:rPr lang="en-US" sz="3200" dirty="0"/>
              <a:t>Requirements determination</a:t>
            </a:r>
          </a:p>
          <a:p>
            <a:pPr lvl="1"/>
            <a:r>
              <a:rPr lang="en-US" sz="3200" dirty="0"/>
              <a:t>Requirements structuring</a:t>
            </a:r>
          </a:p>
        </p:txBody>
      </p:sp>
    </p:spTree>
    <p:extLst>
      <p:ext uri="{BB962C8B-B14F-4D97-AF65-F5344CB8AC3E}">
        <p14:creationId xmlns:p14="http://schemas.microsoft.com/office/powerpoint/2010/main" val="1538099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1CCBA-3F54-47AB-9C58-52F446466290}"/>
              </a:ext>
            </a:extLst>
          </p:cNvPr>
          <p:cNvSpPr>
            <a:spLocks noGrp="1"/>
          </p:cNvSpPr>
          <p:nvPr>
            <p:ph type="title"/>
          </p:nvPr>
        </p:nvSpPr>
        <p:spPr>
          <a:xfrm>
            <a:off x="457199" y="228600"/>
            <a:ext cx="8385243" cy="1074906"/>
          </a:xfrm>
        </p:spPr>
        <p:txBody>
          <a:bodyPr/>
          <a:lstStyle/>
          <a:p>
            <a:r>
              <a:rPr lang="en-US" sz="3500" dirty="0"/>
              <a:t>Figure </a:t>
            </a:r>
            <a:r>
              <a:rPr lang="en-US" sz="3500" dirty="0" smtClean="0"/>
              <a:t>1</a:t>
            </a:r>
            <a:r>
              <a:rPr lang="en-US" sz="3500" dirty="0"/>
              <a:t>: System Development Life Cycle with Analysis Phase Highlighted</a:t>
            </a:r>
          </a:p>
        </p:txBody>
      </p:sp>
      <p:pic>
        <p:nvPicPr>
          <p:cNvPr id="6" name="Content Placeholder 5" descr="A picture containing text, map&#10;&#10;Description automatically generated">
            <a:extLst>
              <a:ext uri="{FF2B5EF4-FFF2-40B4-BE49-F238E27FC236}">
                <a16:creationId xmlns:a16="http://schemas.microsoft.com/office/drawing/2014/main" id="{398A4A9A-877C-4393-BFF9-4E33F22793B6}"/>
              </a:ext>
            </a:extLst>
          </p:cNvPr>
          <p:cNvPicPr>
            <a:picLocks noGrp="1" noChangeAspect="1"/>
          </p:cNvPicPr>
          <p:nvPr>
            <p:ph sz="quarter" idx="14"/>
          </p:nvPr>
        </p:nvPicPr>
        <p:blipFill>
          <a:blip r:embed="rId2"/>
          <a:stretch>
            <a:fillRect/>
          </a:stretch>
        </p:blipFill>
        <p:spPr>
          <a:xfrm>
            <a:off x="876353" y="1555750"/>
            <a:ext cx="7391293" cy="3392488"/>
          </a:xfrm>
        </p:spPr>
      </p:pic>
    </p:spTree>
    <p:extLst>
      <p:ext uri="{BB962C8B-B14F-4D97-AF65-F5344CB8AC3E}">
        <p14:creationId xmlns:p14="http://schemas.microsoft.com/office/powerpoint/2010/main" val="42502155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sz="3100" dirty="0"/>
              <a:t>The Process of Determining Requirements</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375460"/>
            <a:ext cx="8229600" cy="4532494"/>
          </a:xfrm>
        </p:spPr>
        <p:txBody>
          <a:bodyPr/>
          <a:lstStyle/>
          <a:p>
            <a:pPr marL="586232" indent="-514350"/>
            <a:r>
              <a:rPr lang="en-US" sz="2800" dirty="0"/>
              <a:t>Characteristics of a good systems analyst:</a:t>
            </a:r>
          </a:p>
          <a:p>
            <a:pPr marL="1073150" lvl="1" indent="-514350"/>
            <a:r>
              <a:rPr lang="en-US" sz="2400" dirty="0"/>
              <a:t>Impertinence – question everything</a:t>
            </a:r>
          </a:p>
          <a:p>
            <a:pPr marL="1073150" lvl="1" indent="-514350"/>
            <a:r>
              <a:rPr lang="en-US" sz="2400" dirty="0"/>
              <a:t>Impartiality – consider all issues to find the best solution</a:t>
            </a:r>
          </a:p>
          <a:p>
            <a:pPr marL="1073150" lvl="1" indent="-514350"/>
            <a:r>
              <a:rPr lang="en-US" sz="2400" dirty="0"/>
              <a:t>Relax constraints – assume anything is possible and eliminate the infeasible</a:t>
            </a:r>
          </a:p>
          <a:p>
            <a:pPr marL="1073150" lvl="1" indent="-514350"/>
            <a:r>
              <a:rPr lang="en-US" sz="2400" dirty="0"/>
              <a:t>Attention to detail – every fact must fit with every other fact</a:t>
            </a:r>
          </a:p>
          <a:p>
            <a:pPr marL="1073150" lvl="1" indent="-514350"/>
            <a:r>
              <a:rPr lang="en-US" sz="2400" dirty="0"/>
              <a:t>Reframing – challenge yourself to look at the organization in new ways</a:t>
            </a:r>
          </a:p>
        </p:txBody>
      </p:sp>
    </p:spTree>
    <p:extLst>
      <p:ext uri="{BB962C8B-B14F-4D97-AF65-F5344CB8AC3E}">
        <p14:creationId xmlns:p14="http://schemas.microsoft.com/office/powerpoint/2010/main" val="23212681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sz="3100" dirty="0"/>
              <a:t>Organizational Components to Understand</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250769"/>
            <a:ext cx="8373292" cy="4532494"/>
          </a:xfrm>
        </p:spPr>
        <p:txBody>
          <a:bodyPr/>
          <a:lstStyle/>
          <a:p>
            <a:pPr marL="586232" indent="-514350"/>
            <a:r>
              <a:rPr lang="en-US" sz="2600" dirty="0"/>
              <a:t>Systems analysts need to understand:</a:t>
            </a:r>
          </a:p>
          <a:p>
            <a:pPr marL="1073150" lvl="1" indent="-514350"/>
            <a:r>
              <a:rPr lang="en-US" sz="2150" dirty="0"/>
              <a:t>Business objectives that drive what and how work is done</a:t>
            </a:r>
          </a:p>
          <a:p>
            <a:pPr marL="1073150" lvl="1" indent="-514350"/>
            <a:r>
              <a:rPr lang="en-US" sz="2150" dirty="0"/>
              <a:t>Information people need to do their jobs</a:t>
            </a:r>
          </a:p>
          <a:p>
            <a:pPr marL="1073150" lvl="1" indent="-514350"/>
            <a:r>
              <a:rPr lang="en-US" sz="2150" dirty="0"/>
              <a:t>The data (definition, volume, size) handled in support of jobs</a:t>
            </a:r>
          </a:p>
          <a:p>
            <a:pPr marL="1073150" lvl="1" indent="-514350"/>
            <a:r>
              <a:rPr lang="en-US" sz="2150" dirty="0"/>
              <a:t>Data transformation and storage (when, how, by whom)</a:t>
            </a:r>
          </a:p>
          <a:p>
            <a:pPr marL="1073150" lvl="1" indent="-514350"/>
            <a:r>
              <a:rPr lang="en-US" sz="2150" dirty="0"/>
              <a:t>Data handling dependencies and sequences</a:t>
            </a:r>
          </a:p>
          <a:p>
            <a:pPr marL="1073150" lvl="1" indent="-514350"/>
            <a:r>
              <a:rPr lang="en-US" sz="2150" dirty="0"/>
              <a:t>Data handling and processing rules</a:t>
            </a:r>
          </a:p>
          <a:p>
            <a:pPr marL="1073150" lvl="1" indent="-514350"/>
            <a:r>
              <a:rPr lang="en-US" sz="2150" dirty="0"/>
              <a:t>Policies and guidelines that describe the nature of the business and market and the environment it operates in</a:t>
            </a:r>
          </a:p>
          <a:p>
            <a:pPr marL="1073150" lvl="1" indent="-514350"/>
            <a:r>
              <a:rPr lang="en-US" sz="2150" dirty="0"/>
              <a:t>Key events that affect data values and when they occur</a:t>
            </a:r>
          </a:p>
        </p:txBody>
      </p:sp>
    </p:spTree>
    <p:extLst>
      <p:ext uri="{BB962C8B-B14F-4D97-AF65-F5344CB8AC3E}">
        <p14:creationId xmlns:p14="http://schemas.microsoft.com/office/powerpoint/2010/main" val="19178089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0A87F-392E-4CF7-B1D7-993768B050C5}"/>
              </a:ext>
            </a:extLst>
          </p:cNvPr>
          <p:cNvSpPr>
            <a:spLocks noGrp="1"/>
          </p:cNvSpPr>
          <p:nvPr>
            <p:ph type="title"/>
          </p:nvPr>
        </p:nvSpPr>
        <p:spPr/>
        <p:txBody>
          <a:bodyPr/>
          <a:lstStyle/>
          <a:p>
            <a:r>
              <a:rPr lang="en-US" dirty="0"/>
              <a:t>Table </a:t>
            </a:r>
            <a:r>
              <a:rPr lang="en-US" dirty="0" smtClean="0"/>
              <a:t>1</a:t>
            </a:r>
            <a:r>
              <a:rPr lang="en-US" dirty="0"/>
              <a:t>: Deliverables for Requirements Determination</a:t>
            </a:r>
          </a:p>
        </p:txBody>
      </p:sp>
      <p:graphicFrame>
        <p:nvGraphicFramePr>
          <p:cNvPr id="5" name="Content Placeholder 4">
            <a:extLst>
              <a:ext uri="{FF2B5EF4-FFF2-40B4-BE49-F238E27FC236}">
                <a16:creationId xmlns:a16="http://schemas.microsoft.com/office/drawing/2014/main" id="{F363BC67-A5B9-4266-BC7C-AD67127782C0}"/>
              </a:ext>
            </a:extLst>
          </p:cNvPr>
          <p:cNvGraphicFramePr>
            <a:graphicFrameLocks noGrp="1"/>
          </p:cNvGraphicFramePr>
          <p:nvPr>
            <p:ph sz="quarter" idx="14"/>
            <p:extLst>
              <p:ext uri="{D42A27DB-BD31-4B8C-83A1-F6EECF244321}">
                <p14:modId xmlns:p14="http://schemas.microsoft.com/office/powerpoint/2010/main" val="2531278751"/>
              </p:ext>
            </p:extLst>
          </p:nvPr>
        </p:nvGraphicFramePr>
        <p:xfrm>
          <a:off x="457199" y="1555749"/>
          <a:ext cx="8466083" cy="3583809"/>
        </p:xfrm>
        <a:graphic>
          <a:graphicData uri="http://schemas.openxmlformats.org/drawingml/2006/table">
            <a:tbl>
              <a:tblPr firstRow="1" bandRow="1">
                <a:tableStyleId>{40F9630F-82C1-40B7-BC3A-925EFCFF5E92}</a:tableStyleId>
              </a:tblPr>
              <a:tblGrid>
                <a:gridCol w="8466083">
                  <a:extLst>
                    <a:ext uri="{9D8B030D-6E8A-4147-A177-3AD203B41FA5}">
                      <a16:colId xmlns:a16="http://schemas.microsoft.com/office/drawing/2014/main" val="1214456114"/>
                    </a:ext>
                  </a:extLst>
                </a:gridCol>
              </a:tblGrid>
              <a:tr h="621421">
                <a:tc>
                  <a:txBody>
                    <a:bodyPr/>
                    <a:lstStyle/>
                    <a:p>
                      <a:r>
                        <a:rPr lang="en-US" dirty="0"/>
                        <a:t>Deliverables for Requirements Determination</a:t>
                      </a:r>
                    </a:p>
                  </a:txBody>
                  <a:tcPr/>
                </a:tc>
                <a:extLst>
                  <a:ext uri="{0D108BD9-81ED-4DB2-BD59-A6C34878D82A}">
                    <a16:rowId xmlns:a16="http://schemas.microsoft.com/office/drawing/2014/main" val="4036599209"/>
                  </a:ext>
                </a:extLst>
              </a:tr>
              <a:tr h="868286">
                <a:tc>
                  <a:txBody>
                    <a:bodyPr/>
                    <a:lstStyle/>
                    <a:p>
                      <a:pPr marL="342900" indent="-342900">
                        <a:buFont typeface="+mj-lt"/>
                        <a:buAutoNum type="arabicPeriod"/>
                      </a:pPr>
                      <a:r>
                        <a:rPr lang="en-US" dirty="0"/>
                        <a:t>Information collected from conversations with or observations of users: interview transcripts, notes from observation, meeting minutes</a:t>
                      </a:r>
                    </a:p>
                  </a:txBody>
                  <a:tcPr/>
                </a:tc>
                <a:extLst>
                  <a:ext uri="{0D108BD9-81ED-4DB2-BD59-A6C34878D82A}">
                    <a16:rowId xmlns:a16="http://schemas.microsoft.com/office/drawing/2014/main" val="309361414"/>
                  </a:ext>
                </a:extLst>
              </a:tr>
              <a:tr h="1225816">
                <a:tc>
                  <a:txBody>
                    <a:bodyPr/>
                    <a:lstStyle/>
                    <a:p>
                      <a:pPr marL="342900" indent="-342900">
                        <a:buFont typeface="+mj-lt"/>
                        <a:buAutoNum type="arabicPeriod" startAt="2"/>
                      </a:pPr>
                      <a:r>
                        <a:rPr lang="en-US" dirty="0"/>
                        <a:t>Existing written information business mission and strategy statements, sample business forms and reports and computer displays, procedure manuals, job descriptions, training manuals, flowcharts and documentation of existing systems, consultant reports</a:t>
                      </a:r>
                    </a:p>
                  </a:txBody>
                  <a:tcPr/>
                </a:tc>
                <a:extLst>
                  <a:ext uri="{0D108BD9-81ED-4DB2-BD59-A6C34878D82A}">
                    <a16:rowId xmlns:a16="http://schemas.microsoft.com/office/drawing/2014/main" val="3247501911"/>
                  </a:ext>
                </a:extLst>
              </a:tr>
              <a:tr h="868286">
                <a:tc>
                  <a:txBody>
                    <a:bodyPr/>
                    <a:lstStyle/>
                    <a:p>
                      <a:pPr marL="342900" indent="-342900">
                        <a:buFont typeface="+mj-lt"/>
                        <a:buAutoNum type="arabicPeriod" startAt="3"/>
                      </a:pPr>
                      <a:r>
                        <a:rPr lang="en-US" dirty="0"/>
                        <a:t>Computer-based information: results from JAD </a:t>
                      </a:r>
                      <a:r>
                        <a:rPr lang="en-US" dirty="0" smtClean="0"/>
                        <a:t>( Joint Application Design) sessions</a:t>
                      </a:r>
                      <a:r>
                        <a:rPr lang="en-US" dirty="0"/>
                        <a:t>, reports of existing systems, and displays and reports from system prototypes</a:t>
                      </a:r>
                    </a:p>
                  </a:txBody>
                  <a:tcPr/>
                </a:tc>
                <a:extLst>
                  <a:ext uri="{0D108BD9-81ED-4DB2-BD59-A6C34878D82A}">
                    <a16:rowId xmlns:a16="http://schemas.microsoft.com/office/drawing/2014/main" val="223412518"/>
                  </a:ext>
                </a:extLst>
              </a:tr>
            </a:tbl>
          </a:graphicData>
        </a:graphic>
      </p:graphicFrame>
    </p:spTree>
    <p:extLst>
      <p:ext uri="{BB962C8B-B14F-4D97-AF65-F5344CB8AC3E}">
        <p14:creationId xmlns:p14="http://schemas.microsoft.com/office/powerpoint/2010/main" val="7757256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D4862-7439-4112-A723-6DED28D497F9}"/>
              </a:ext>
            </a:extLst>
          </p:cNvPr>
          <p:cNvSpPr>
            <a:spLocks noGrp="1"/>
          </p:cNvSpPr>
          <p:nvPr>
            <p:ph type="title"/>
          </p:nvPr>
        </p:nvSpPr>
        <p:spPr/>
        <p:txBody>
          <a:bodyPr/>
          <a:lstStyle/>
          <a:p>
            <a:r>
              <a:rPr lang="en-US" dirty="0"/>
              <a:t>Table </a:t>
            </a:r>
            <a:r>
              <a:rPr lang="en-US" dirty="0" smtClean="0"/>
              <a:t>2</a:t>
            </a:r>
            <a:r>
              <a:rPr lang="en-US" dirty="0"/>
              <a:t>: Traditional Methods of Collecting System Requirements</a:t>
            </a:r>
          </a:p>
        </p:txBody>
      </p:sp>
      <p:graphicFrame>
        <p:nvGraphicFramePr>
          <p:cNvPr id="5" name="Content Placeholder 4">
            <a:extLst>
              <a:ext uri="{FF2B5EF4-FFF2-40B4-BE49-F238E27FC236}">
                <a16:creationId xmlns:a16="http://schemas.microsoft.com/office/drawing/2014/main" id="{1726E38F-F56C-458F-A56A-EFD095E274A2}"/>
              </a:ext>
            </a:extLst>
          </p:cNvPr>
          <p:cNvGraphicFramePr>
            <a:graphicFrameLocks noGrp="1"/>
          </p:cNvGraphicFramePr>
          <p:nvPr>
            <p:ph sz="quarter" idx="14"/>
            <p:extLst>
              <p:ext uri="{D42A27DB-BD31-4B8C-83A1-F6EECF244321}">
                <p14:modId xmlns:p14="http://schemas.microsoft.com/office/powerpoint/2010/main" val="4245606817"/>
              </p:ext>
            </p:extLst>
          </p:nvPr>
        </p:nvGraphicFramePr>
        <p:xfrm>
          <a:off x="457200" y="1555750"/>
          <a:ext cx="8686800" cy="3615342"/>
        </p:xfrm>
        <a:graphic>
          <a:graphicData uri="http://schemas.openxmlformats.org/drawingml/2006/table">
            <a:tbl>
              <a:tblPr firstRow="1" bandRow="1">
                <a:tableStyleId>{40F9630F-82C1-40B7-BC3A-925EFCFF5E92}</a:tableStyleId>
              </a:tblPr>
              <a:tblGrid>
                <a:gridCol w="8686800">
                  <a:extLst>
                    <a:ext uri="{9D8B030D-6E8A-4147-A177-3AD203B41FA5}">
                      <a16:colId xmlns:a16="http://schemas.microsoft.com/office/drawing/2014/main" val="643848152"/>
                    </a:ext>
                  </a:extLst>
                </a:gridCol>
              </a:tblGrid>
              <a:tr h="548690">
                <a:tc>
                  <a:txBody>
                    <a:bodyPr/>
                    <a:lstStyle/>
                    <a:p>
                      <a:r>
                        <a:rPr lang="en-US" dirty="0"/>
                        <a:t>Traditional Methods of Collecting System Requirements</a:t>
                      </a:r>
                    </a:p>
                  </a:txBody>
                  <a:tcPr/>
                </a:tc>
                <a:extLst>
                  <a:ext uri="{0D108BD9-81ED-4DB2-BD59-A6C34878D82A}">
                    <a16:rowId xmlns:a16="http://schemas.microsoft.com/office/drawing/2014/main" val="1485359936"/>
                  </a:ext>
                </a:extLst>
              </a:tr>
              <a:tr h="766663">
                <a:tc>
                  <a:txBody>
                    <a:bodyPr/>
                    <a:lstStyle/>
                    <a:p>
                      <a:pPr marL="285750" indent="-285750">
                        <a:buFont typeface="Arial" panose="020B0604020202020204" pitchFamily="34" charset="0"/>
                        <a:buChar char="•"/>
                      </a:pPr>
                      <a:r>
                        <a:rPr lang="en-US" dirty="0">
                          <a:solidFill>
                            <a:srgbClr val="7030A0"/>
                          </a:solidFill>
                        </a:rPr>
                        <a:t>Individually interview </a:t>
                      </a:r>
                      <a:r>
                        <a:rPr lang="en-US" dirty="0"/>
                        <a:t>people informed about the operation and issues of the current system and future systems needs</a:t>
                      </a:r>
                    </a:p>
                  </a:txBody>
                  <a:tcPr/>
                </a:tc>
                <a:extLst>
                  <a:ext uri="{0D108BD9-81ED-4DB2-BD59-A6C34878D82A}">
                    <a16:rowId xmlns:a16="http://schemas.microsoft.com/office/drawing/2014/main" val="2332106242"/>
                  </a:ext>
                </a:extLst>
              </a:tr>
              <a:tr h="766663">
                <a:tc>
                  <a:txBody>
                    <a:bodyPr/>
                    <a:lstStyle/>
                    <a:p>
                      <a:pPr marL="285750" indent="-285750">
                        <a:buFont typeface="Arial" panose="020B0604020202020204" pitchFamily="34" charset="0"/>
                        <a:buChar char="•"/>
                      </a:pPr>
                      <a:r>
                        <a:rPr lang="en-US" dirty="0">
                          <a:solidFill>
                            <a:srgbClr val="7030A0"/>
                          </a:solidFill>
                        </a:rPr>
                        <a:t>Interview groups </a:t>
                      </a:r>
                      <a:r>
                        <a:rPr lang="en-US" dirty="0"/>
                        <a:t>of people with diverse needs to find synergies and contrasts among system requirements</a:t>
                      </a:r>
                    </a:p>
                  </a:txBody>
                  <a:tcPr/>
                </a:tc>
                <a:extLst>
                  <a:ext uri="{0D108BD9-81ED-4DB2-BD59-A6C34878D82A}">
                    <a16:rowId xmlns:a16="http://schemas.microsoft.com/office/drawing/2014/main" val="3820976537"/>
                  </a:ext>
                </a:extLst>
              </a:tr>
              <a:tr h="766663">
                <a:tc>
                  <a:txBody>
                    <a:bodyPr/>
                    <a:lstStyle/>
                    <a:p>
                      <a:pPr marL="285750" indent="-285750">
                        <a:buFont typeface="Arial" panose="020B0604020202020204" pitchFamily="34" charset="0"/>
                        <a:buChar char="•"/>
                      </a:pPr>
                      <a:r>
                        <a:rPr lang="en-US" dirty="0">
                          <a:solidFill>
                            <a:srgbClr val="7030A0"/>
                          </a:solidFill>
                        </a:rPr>
                        <a:t>Observe workers </a:t>
                      </a:r>
                      <a:r>
                        <a:rPr lang="en-US" dirty="0"/>
                        <a:t>at selected times to see how data are handled and what information people need to do their jobs</a:t>
                      </a:r>
                    </a:p>
                  </a:txBody>
                  <a:tcPr/>
                </a:tc>
                <a:extLst>
                  <a:ext uri="{0D108BD9-81ED-4DB2-BD59-A6C34878D82A}">
                    <a16:rowId xmlns:a16="http://schemas.microsoft.com/office/drawing/2014/main" val="1836677103"/>
                  </a:ext>
                </a:extLst>
              </a:tr>
              <a:tr h="766663">
                <a:tc>
                  <a:txBody>
                    <a:bodyPr/>
                    <a:lstStyle/>
                    <a:p>
                      <a:pPr marL="285750" indent="-285750">
                        <a:buFont typeface="Arial" panose="020B0604020202020204" pitchFamily="34" charset="0"/>
                        <a:buChar char="•"/>
                      </a:pPr>
                      <a:r>
                        <a:rPr lang="en-US" dirty="0">
                          <a:solidFill>
                            <a:srgbClr val="7030A0"/>
                          </a:solidFill>
                        </a:rPr>
                        <a:t>Study business documents </a:t>
                      </a:r>
                      <a:r>
                        <a:rPr lang="en-US" dirty="0"/>
                        <a:t>to discover reported issues, policies, rules, and directions as well as concrete examples of the use of data and information in the organization</a:t>
                      </a:r>
                    </a:p>
                  </a:txBody>
                  <a:tcPr/>
                </a:tc>
                <a:extLst>
                  <a:ext uri="{0D108BD9-81ED-4DB2-BD59-A6C34878D82A}">
                    <a16:rowId xmlns:a16="http://schemas.microsoft.com/office/drawing/2014/main" val="2502675895"/>
                  </a:ext>
                </a:extLst>
              </a:tr>
            </a:tbl>
          </a:graphicData>
        </a:graphic>
      </p:graphicFrame>
    </p:spTree>
    <p:extLst>
      <p:ext uri="{BB962C8B-B14F-4D97-AF65-F5344CB8AC3E}">
        <p14:creationId xmlns:p14="http://schemas.microsoft.com/office/powerpoint/2010/main" val="35448465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5AC84-5134-4608-BE25-787F9C9F2B45}"/>
              </a:ext>
            </a:extLst>
          </p:cNvPr>
          <p:cNvSpPr>
            <a:spLocks noGrp="1"/>
          </p:cNvSpPr>
          <p:nvPr>
            <p:ph type="title"/>
          </p:nvPr>
        </p:nvSpPr>
        <p:spPr/>
        <p:txBody>
          <a:bodyPr/>
          <a:lstStyle/>
          <a:p>
            <a:r>
              <a:rPr lang="en-US" dirty="0"/>
              <a:t>Figure </a:t>
            </a:r>
            <a:r>
              <a:rPr lang="en-US" dirty="0" smtClean="0"/>
              <a:t>3</a:t>
            </a:r>
            <a:r>
              <a:rPr lang="en-US" dirty="0"/>
              <a:t>: Guidelines for Effective Interviewing</a:t>
            </a:r>
          </a:p>
        </p:txBody>
      </p:sp>
      <p:graphicFrame>
        <p:nvGraphicFramePr>
          <p:cNvPr id="5" name="Content Placeholder 4">
            <a:extLst>
              <a:ext uri="{FF2B5EF4-FFF2-40B4-BE49-F238E27FC236}">
                <a16:creationId xmlns:a16="http://schemas.microsoft.com/office/drawing/2014/main" id="{10132786-6B68-4A59-A60D-DC39EA78620C}"/>
              </a:ext>
            </a:extLst>
          </p:cNvPr>
          <p:cNvGraphicFramePr>
            <a:graphicFrameLocks noGrp="1"/>
          </p:cNvGraphicFramePr>
          <p:nvPr>
            <p:ph sz="quarter" idx="14"/>
            <p:extLst>
              <p:ext uri="{D42A27DB-BD31-4B8C-83A1-F6EECF244321}">
                <p14:modId xmlns:p14="http://schemas.microsoft.com/office/powerpoint/2010/main" val="2222591899"/>
              </p:ext>
            </p:extLst>
          </p:nvPr>
        </p:nvGraphicFramePr>
        <p:xfrm>
          <a:off x="457200" y="1555750"/>
          <a:ext cx="8544910" cy="3520746"/>
        </p:xfrm>
        <a:graphic>
          <a:graphicData uri="http://schemas.openxmlformats.org/drawingml/2006/table">
            <a:tbl>
              <a:tblPr firstRow="1" bandRow="1">
                <a:tableStyleId>{40F9630F-82C1-40B7-BC3A-925EFCFF5E92}</a:tableStyleId>
              </a:tblPr>
              <a:tblGrid>
                <a:gridCol w="8544910">
                  <a:extLst>
                    <a:ext uri="{9D8B030D-6E8A-4147-A177-3AD203B41FA5}">
                      <a16:colId xmlns:a16="http://schemas.microsoft.com/office/drawing/2014/main" val="2058112514"/>
                    </a:ext>
                  </a:extLst>
                </a:gridCol>
              </a:tblGrid>
              <a:tr h="566111">
                <a:tc>
                  <a:txBody>
                    <a:bodyPr/>
                    <a:lstStyle/>
                    <a:p>
                      <a:r>
                        <a:rPr lang="en-US" sz="1600" dirty="0"/>
                        <a:t>Guidelines for Effective Interviewing</a:t>
                      </a:r>
                    </a:p>
                  </a:txBody>
                  <a:tcPr/>
                </a:tc>
                <a:extLst>
                  <a:ext uri="{0D108BD9-81ED-4DB2-BD59-A6C34878D82A}">
                    <a16:rowId xmlns:a16="http://schemas.microsoft.com/office/drawing/2014/main" val="1467119812"/>
                  </a:ext>
                </a:extLst>
              </a:tr>
              <a:tr h="1256302">
                <a:tc>
                  <a:txBody>
                    <a:bodyPr/>
                    <a:lstStyle/>
                    <a:p>
                      <a:r>
                        <a:rPr lang="en-US" sz="1600" dirty="0"/>
                        <a:t>Plan the Interview</a:t>
                      </a:r>
                    </a:p>
                    <a:p>
                      <a:pPr marL="285750" indent="-285750">
                        <a:buFont typeface="Arial" panose="020B0604020202020204" pitchFamily="34" charset="0"/>
                        <a:buChar char="•"/>
                      </a:pPr>
                      <a:r>
                        <a:rPr lang="en-US" sz="1600" dirty="0"/>
                        <a:t>Prepare interviewee: appointment, priming questions</a:t>
                      </a:r>
                    </a:p>
                    <a:p>
                      <a:pPr marL="285750" indent="-285750">
                        <a:buFont typeface="Arial" panose="020B0604020202020204" pitchFamily="34" charset="0"/>
                        <a:buChar char="•"/>
                      </a:pPr>
                      <a:r>
                        <a:rPr lang="en-US" sz="1600" dirty="0"/>
                        <a:t>Prepare checklist, agenda, and questions</a:t>
                      </a:r>
                    </a:p>
                  </a:txBody>
                  <a:tcPr/>
                </a:tc>
                <a:extLst>
                  <a:ext uri="{0D108BD9-81ED-4DB2-BD59-A6C34878D82A}">
                    <a16:rowId xmlns:a16="http://schemas.microsoft.com/office/drawing/2014/main" val="2241666810"/>
                  </a:ext>
                </a:extLst>
              </a:tr>
              <a:tr h="566111">
                <a:tc>
                  <a:txBody>
                    <a:bodyPr/>
                    <a:lstStyle/>
                    <a:p>
                      <a:r>
                        <a:rPr lang="en-US" sz="1600" dirty="0"/>
                        <a:t>Listen carefully and take notes (record if permitted)</a:t>
                      </a:r>
                    </a:p>
                  </a:txBody>
                  <a:tcPr/>
                </a:tc>
                <a:extLst>
                  <a:ext uri="{0D108BD9-81ED-4DB2-BD59-A6C34878D82A}">
                    <a16:rowId xmlns:a16="http://schemas.microsoft.com/office/drawing/2014/main" val="3187119865"/>
                  </a:ext>
                </a:extLst>
              </a:tr>
              <a:tr h="566111">
                <a:tc>
                  <a:txBody>
                    <a:bodyPr/>
                    <a:lstStyle/>
                    <a:p>
                      <a:r>
                        <a:rPr lang="en-US" sz="1600" dirty="0"/>
                        <a:t>Review noes within 48 hours of interview</a:t>
                      </a:r>
                    </a:p>
                  </a:txBody>
                  <a:tcPr/>
                </a:tc>
                <a:extLst>
                  <a:ext uri="{0D108BD9-81ED-4DB2-BD59-A6C34878D82A}">
                    <a16:rowId xmlns:a16="http://schemas.microsoft.com/office/drawing/2014/main" val="2004714794"/>
                  </a:ext>
                </a:extLst>
              </a:tr>
              <a:tr h="566111">
                <a:tc>
                  <a:txBody>
                    <a:bodyPr/>
                    <a:lstStyle/>
                    <a:p>
                      <a:r>
                        <a:rPr lang="en-US" sz="1600" dirty="0"/>
                        <a:t>Seek diverse views</a:t>
                      </a:r>
                    </a:p>
                  </a:txBody>
                  <a:tcPr/>
                </a:tc>
                <a:extLst>
                  <a:ext uri="{0D108BD9-81ED-4DB2-BD59-A6C34878D82A}">
                    <a16:rowId xmlns:a16="http://schemas.microsoft.com/office/drawing/2014/main" val="2440104976"/>
                  </a:ext>
                </a:extLst>
              </a:tr>
            </a:tbl>
          </a:graphicData>
        </a:graphic>
      </p:graphicFrame>
    </p:spTree>
    <p:extLst>
      <p:ext uri="{BB962C8B-B14F-4D97-AF65-F5344CB8AC3E}">
        <p14:creationId xmlns:p14="http://schemas.microsoft.com/office/powerpoint/2010/main" val="30641838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Interviewing and Listening</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593669"/>
            <a:ext cx="8229600" cy="4532494"/>
          </a:xfrm>
        </p:spPr>
        <p:txBody>
          <a:bodyPr/>
          <a:lstStyle/>
          <a:p>
            <a:pPr marL="586232" indent="-514350"/>
            <a:r>
              <a:rPr lang="en-US" sz="2800" b="1" dirty="0">
                <a:solidFill>
                  <a:srgbClr val="007FA3"/>
                </a:solidFill>
              </a:rPr>
              <a:t>Open-ended questions </a:t>
            </a:r>
            <a:r>
              <a:rPr lang="en-US" sz="2800" dirty="0"/>
              <a:t>– questions in interviews that have no prespecified answers</a:t>
            </a:r>
          </a:p>
          <a:p>
            <a:pPr marL="586232" indent="-514350"/>
            <a:r>
              <a:rPr lang="en-US" sz="2800" b="1" dirty="0">
                <a:solidFill>
                  <a:srgbClr val="007FA3"/>
                </a:solidFill>
              </a:rPr>
              <a:t>Closed-ended questions </a:t>
            </a:r>
            <a:r>
              <a:rPr lang="en-US" sz="2800" dirty="0"/>
              <a:t>– questions in interviews that ask those responding to choose from among a set of specified responses</a:t>
            </a:r>
          </a:p>
        </p:txBody>
      </p:sp>
    </p:spTree>
    <p:extLst>
      <p:ext uri="{BB962C8B-B14F-4D97-AF65-F5344CB8AC3E}">
        <p14:creationId xmlns:p14="http://schemas.microsoft.com/office/powerpoint/2010/main" val="4768748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58CFD-60E9-4A75-8EE8-F1B58264E575}"/>
              </a:ext>
            </a:extLst>
          </p:cNvPr>
          <p:cNvSpPr>
            <a:spLocks noGrp="1"/>
          </p:cNvSpPr>
          <p:nvPr>
            <p:ph type="title"/>
          </p:nvPr>
        </p:nvSpPr>
        <p:spPr>
          <a:xfrm>
            <a:off x="457200" y="-322727"/>
            <a:ext cx="8229600" cy="1066799"/>
          </a:xfrm>
        </p:spPr>
        <p:txBody>
          <a:bodyPr/>
          <a:lstStyle/>
          <a:p>
            <a:r>
              <a:rPr lang="en-US" dirty="0"/>
              <a:t>Figure </a:t>
            </a:r>
            <a:r>
              <a:rPr lang="en-US" dirty="0" smtClean="0"/>
              <a:t>2</a:t>
            </a:r>
            <a:r>
              <a:rPr lang="en-US" dirty="0"/>
              <a:t>: Typical Interview Guide</a:t>
            </a:r>
          </a:p>
        </p:txBody>
      </p:sp>
      <p:pic>
        <p:nvPicPr>
          <p:cNvPr id="6" name="Content Placeholder 5" descr="A screenshot of a cell phone&#10;&#10;Description automatically generated">
            <a:extLst>
              <a:ext uri="{FF2B5EF4-FFF2-40B4-BE49-F238E27FC236}">
                <a16:creationId xmlns:a16="http://schemas.microsoft.com/office/drawing/2014/main" id="{D19569C4-2496-4949-AC8C-923BD3EC47C3}"/>
              </a:ext>
            </a:extLst>
          </p:cNvPr>
          <p:cNvPicPr>
            <a:picLocks noGrp="1" noChangeAspect="1"/>
          </p:cNvPicPr>
          <p:nvPr>
            <p:ph sz="quarter" idx="14"/>
          </p:nvPr>
        </p:nvPicPr>
        <p:blipFill>
          <a:blip r:embed="rId2"/>
          <a:stretch>
            <a:fillRect/>
          </a:stretch>
        </p:blipFill>
        <p:spPr>
          <a:xfrm>
            <a:off x="2582763" y="744072"/>
            <a:ext cx="3502726" cy="6113928"/>
          </a:xfrm>
        </p:spPr>
      </p:pic>
    </p:spTree>
    <p:extLst>
      <p:ext uri="{BB962C8B-B14F-4D97-AF65-F5344CB8AC3E}">
        <p14:creationId xmlns:p14="http://schemas.microsoft.com/office/powerpoint/2010/main" val="23099299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Interviewing Guidelines</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593669"/>
            <a:ext cx="8229600" cy="4532494"/>
          </a:xfrm>
        </p:spPr>
        <p:txBody>
          <a:bodyPr/>
          <a:lstStyle/>
          <a:p>
            <a:pPr marL="586232" indent="-514350"/>
            <a:r>
              <a:rPr lang="en-US" sz="2800" dirty="0"/>
              <a:t>Don’t phrase a question in a way that implies a right or wrong answer</a:t>
            </a:r>
          </a:p>
          <a:p>
            <a:pPr marL="586232" indent="-514350"/>
            <a:r>
              <a:rPr lang="en-US" sz="2800" dirty="0"/>
              <a:t>Listen carefully to what is being said</a:t>
            </a:r>
          </a:p>
          <a:p>
            <a:pPr marL="586232" indent="-514350"/>
            <a:r>
              <a:rPr lang="en-US" sz="2800" dirty="0"/>
              <a:t>Record notes within 48 hours after an interview</a:t>
            </a:r>
          </a:p>
          <a:p>
            <a:pPr marL="586232" indent="-514350"/>
            <a:r>
              <a:rPr lang="en-US" sz="2800" dirty="0"/>
              <a:t>Don’t set expectations about the new system unless you know these will be deliverables</a:t>
            </a:r>
          </a:p>
          <a:p>
            <a:pPr marL="586232" indent="-514350"/>
            <a:r>
              <a:rPr lang="en-US" sz="2800" dirty="0"/>
              <a:t>Seek a variety of perspectives from the interviews</a:t>
            </a:r>
          </a:p>
        </p:txBody>
      </p:sp>
    </p:spTree>
    <p:extLst>
      <p:ext uri="{BB962C8B-B14F-4D97-AF65-F5344CB8AC3E}">
        <p14:creationId xmlns:p14="http://schemas.microsoft.com/office/powerpoint/2010/main" val="15363586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Interviewing Groups</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311727" y="1323506"/>
            <a:ext cx="8229600" cy="4532494"/>
          </a:xfrm>
        </p:spPr>
        <p:txBody>
          <a:bodyPr/>
          <a:lstStyle/>
          <a:p>
            <a:pPr marL="586232" indent="-514350"/>
            <a:r>
              <a:rPr lang="en-US" sz="2800" dirty="0"/>
              <a:t>Drawbacks to interviewing individuals:</a:t>
            </a:r>
          </a:p>
          <a:p>
            <a:pPr marL="1073150" lvl="1" indent="-514350"/>
            <a:r>
              <a:rPr lang="en-US" sz="2400" dirty="0"/>
              <a:t>Reconciling contradictions in information collected</a:t>
            </a:r>
          </a:p>
          <a:p>
            <a:pPr marL="1073150" lvl="1" indent="-514350"/>
            <a:r>
              <a:rPr lang="en-US" sz="2400" dirty="0"/>
              <a:t>New interviews may require new questions</a:t>
            </a:r>
          </a:p>
          <a:p>
            <a:pPr marL="1073150" lvl="1" indent="-514350"/>
            <a:r>
              <a:rPr lang="en-US" sz="2400" dirty="0"/>
              <a:t>Not an efficient process</a:t>
            </a:r>
          </a:p>
          <a:p>
            <a:pPr marL="586232" indent="-514350"/>
            <a:r>
              <a:rPr lang="en-US" sz="2800" dirty="0"/>
              <a:t>Group interview advantages:</a:t>
            </a:r>
          </a:p>
          <a:p>
            <a:pPr marL="1073150" lvl="1" indent="-514350"/>
            <a:r>
              <a:rPr lang="en-US" sz="2400" dirty="0"/>
              <a:t>More effective use of time</a:t>
            </a:r>
          </a:p>
          <a:p>
            <a:pPr marL="1073150" lvl="1" indent="-514350"/>
            <a:r>
              <a:rPr lang="en-US" sz="2400" dirty="0"/>
              <a:t>Allows synergy when groups can hear each other</a:t>
            </a:r>
          </a:p>
          <a:p>
            <a:pPr marL="586232" indent="-514350"/>
            <a:r>
              <a:rPr lang="en-US" sz="2800" dirty="0"/>
              <a:t>Primary disadvantage is difficulty in scheduling  with multiple people involved</a:t>
            </a:r>
          </a:p>
        </p:txBody>
      </p:sp>
    </p:spTree>
    <p:extLst>
      <p:ext uri="{BB962C8B-B14F-4D97-AF65-F5344CB8AC3E}">
        <p14:creationId xmlns:p14="http://schemas.microsoft.com/office/powerpoint/2010/main" val="11070623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dirty="0"/>
              <a:t>Directly Observing Users</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365069"/>
            <a:ext cx="8229600" cy="4532494"/>
          </a:xfrm>
        </p:spPr>
        <p:txBody>
          <a:bodyPr/>
          <a:lstStyle/>
          <a:p>
            <a:pPr marL="586232" indent="-514350"/>
            <a:r>
              <a:rPr lang="en-US" sz="2800" dirty="0"/>
              <a:t>Direct observation of workers:</a:t>
            </a:r>
          </a:p>
          <a:p>
            <a:pPr marL="1073150" lvl="1" indent="-514350"/>
            <a:r>
              <a:rPr lang="en-US" sz="2400" dirty="0"/>
              <a:t>Watching users work at their jobs</a:t>
            </a:r>
          </a:p>
          <a:p>
            <a:pPr marL="1073150" lvl="1" indent="-514350"/>
            <a:r>
              <a:rPr lang="en-US" sz="2400" dirty="0"/>
              <a:t>Observe actual measure of how employees interact with information systems and how they do their jobs</a:t>
            </a:r>
          </a:p>
          <a:p>
            <a:pPr marL="1073150" lvl="1" indent="-514350"/>
            <a:r>
              <a:rPr lang="en-US" sz="2400" dirty="0"/>
              <a:t>More accurate than interview</a:t>
            </a:r>
          </a:p>
          <a:p>
            <a:pPr marL="1073150" lvl="1" indent="-514350"/>
            <a:r>
              <a:rPr lang="en-US" sz="2400" dirty="0"/>
              <a:t>People can change their normal behavior when they know they are being observed</a:t>
            </a:r>
          </a:p>
          <a:p>
            <a:pPr marL="1073150" lvl="1" indent="-514350"/>
            <a:r>
              <a:rPr lang="en-US" sz="2400" dirty="0"/>
              <a:t>Observation cannot be continuous, thus you are getting only a snapshot of how they work</a:t>
            </a:r>
          </a:p>
          <a:p>
            <a:pPr marL="1073150" lvl="1" indent="-514350"/>
            <a:endParaRPr lang="en-US" sz="2400" dirty="0"/>
          </a:p>
        </p:txBody>
      </p:sp>
    </p:spTree>
    <p:extLst>
      <p:ext uri="{BB962C8B-B14F-4D97-AF65-F5344CB8AC3E}">
        <p14:creationId xmlns:p14="http://schemas.microsoft.com/office/powerpoint/2010/main" val="28656798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sz="3000" dirty="0"/>
              <a:t>Analyzing Procedures and Other Documents (Page 1 of 3)</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200" y="1553557"/>
            <a:ext cx="8229600" cy="4229706"/>
          </a:xfrm>
        </p:spPr>
        <p:txBody>
          <a:bodyPr/>
          <a:lstStyle/>
          <a:p>
            <a:pPr marL="586232" indent="-514350"/>
            <a:r>
              <a:rPr lang="en-US" sz="2800" dirty="0"/>
              <a:t>An analysis of existing documents can give you a wealth of information:</a:t>
            </a:r>
          </a:p>
          <a:p>
            <a:pPr marL="1073150" lvl="1" indent="-514350"/>
            <a:r>
              <a:rPr lang="en-US" sz="2400" dirty="0"/>
              <a:t>Problems with existing systems</a:t>
            </a:r>
          </a:p>
          <a:p>
            <a:pPr marL="1073150" lvl="1" indent="-514350"/>
            <a:r>
              <a:rPr lang="en-US" sz="2400" dirty="0"/>
              <a:t>Opportunities  to meet new needs with critical information</a:t>
            </a:r>
          </a:p>
          <a:p>
            <a:pPr marL="1073150" lvl="1" indent="-514350"/>
            <a:r>
              <a:rPr lang="en-US" sz="2400" dirty="0"/>
              <a:t>Identify key people of current system</a:t>
            </a:r>
          </a:p>
          <a:p>
            <a:pPr marL="1073150" lvl="1" indent="-514350"/>
            <a:r>
              <a:rPr lang="en-US" sz="2400" dirty="0"/>
              <a:t>Values of organization who help determine priorities desired by different users</a:t>
            </a:r>
          </a:p>
          <a:p>
            <a:pPr marL="1073150" lvl="1" indent="-514350"/>
            <a:r>
              <a:rPr lang="en-US" sz="2400" dirty="0"/>
              <a:t>Special information processing circumstances that might not otherwise be identified</a:t>
            </a:r>
          </a:p>
        </p:txBody>
      </p:sp>
    </p:spTree>
    <p:extLst>
      <p:ext uri="{BB962C8B-B14F-4D97-AF65-F5344CB8AC3E}">
        <p14:creationId xmlns:p14="http://schemas.microsoft.com/office/powerpoint/2010/main" val="11206511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sz="3000" dirty="0"/>
              <a:t>Analyzing Procedures and Other Documents (Page 2 of 3)</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457199" y="1730203"/>
            <a:ext cx="8334103" cy="4229706"/>
          </a:xfrm>
        </p:spPr>
        <p:txBody>
          <a:bodyPr/>
          <a:lstStyle/>
          <a:p>
            <a:pPr marL="1073150" lvl="1" indent="-514350"/>
            <a:r>
              <a:rPr lang="en-US" sz="2400" dirty="0"/>
              <a:t>Identify left out features of current software that may lead to needed features in future systems</a:t>
            </a:r>
          </a:p>
          <a:p>
            <a:pPr marL="1073150" lvl="1" indent="-514350"/>
            <a:r>
              <a:rPr lang="en-US" sz="2400" dirty="0"/>
              <a:t>Identify processing rules that must be enforced</a:t>
            </a:r>
          </a:p>
          <a:p>
            <a:pPr marL="586232" indent="-514350"/>
            <a:r>
              <a:rPr lang="en-US" sz="2600" dirty="0"/>
              <a:t>A written work procedure describes how a job or task is performed</a:t>
            </a:r>
          </a:p>
          <a:p>
            <a:pPr marL="586232" indent="-514350"/>
            <a:r>
              <a:rPr lang="en-US" sz="2600" b="1" dirty="0">
                <a:solidFill>
                  <a:srgbClr val="007FA3"/>
                </a:solidFill>
              </a:rPr>
              <a:t>Formal system </a:t>
            </a:r>
            <a:r>
              <a:rPr lang="en-US" sz="2600" dirty="0"/>
              <a:t>– official way a system works as described in organizational documentation.</a:t>
            </a:r>
          </a:p>
          <a:p>
            <a:pPr marL="586232" indent="-514350"/>
            <a:r>
              <a:rPr lang="en-US" sz="2600" b="1" dirty="0">
                <a:solidFill>
                  <a:srgbClr val="007FA3"/>
                </a:solidFill>
              </a:rPr>
              <a:t>Informal system </a:t>
            </a:r>
            <a:r>
              <a:rPr lang="en-US" sz="2600" dirty="0"/>
              <a:t>– way a system actually works</a:t>
            </a:r>
          </a:p>
          <a:p>
            <a:pPr marL="1073150" lvl="1" indent="-514350"/>
            <a:endParaRPr lang="en-US" sz="2800" dirty="0"/>
          </a:p>
          <a:p>
            <a:pPr marL="558800" lvl="1" indent="0">
              <a:buNone/>
            </a:pPr>
            <a:endParaRPr lang="en-US" sz="2400" dirty="0"/>
          </a:p>
        </p:txBody>
      </p:sp>
    </p:spTree>
    <p:extLst>
      <p:ext uri="{BB962C8B-B14F-4D97-AF65-F5344CB8AC3E}">
        <p14:creationId xmlns:p14="http://schemas.microsoft.com/office/powerpoint/2010/main" val="17188348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F10E1-237B-4897-BB13-E5787CC8E02E}"/>
              </a:ext>
            </a:extLst>
          </p:cNvPr>
          <p:cNvSpPr>
            <a:spLocks noGrp="1"/>
          </p:cNvSpPr>
          <p:nvPr>
            <p:ph type="title"/>
          </p:nvPr>
        </p:nvSpPr>
        <p:spPr/>
        <p:txBody>
          <a:bodyPr/>
          <a:lstStyle/>
          <a:p>
            <a:r>
              <a:rPr lang="en-US" dirty="0"/>
              <a:t>Figure </a:t>
            </a:r>
            <a:r>
              <a:rPr lang="en-US" dirty="0" smtClean="0"/>
              <a:t>3</a:t>
            </a:r>
            <a:r>
              <a:rPr lang="en-US" dirty="0"/>
              <a:t>: Example of a Procedure</a:t>
            </a:r>
          </a:p>
        </p:txBody>
      </p:sp>
      <p:pic>
        <p:nvPicPr>
          <p:cNvPr id="10" name="Content Placeholder 9" descr="A screenshot of a cell phone&#10;&#10;Description automatically generated">
            <a:extLst>
              <a:ext uri="{FF2B5EF4-FFF2-40B4-BE49-F238E27FC236}">
                <a16:creationId xmlns:a16="http://schemas.microsoft.com/office/drawing/2014/main" id="{1B9DB36B-BE3B-4C7A-B37F-FFCEF0685B1E}"/>
              </a:ext>
            </a:extLst>
          </p:cNvPr>
          <p:cNvPicPr>
            <a:picLocks noGrp="1" noChangeAspect="1"/>
          </p:cNvPicPr>
          <p:nvPr>
            <p:ph sz="quarter" idx="14"/>
          </p:nvPr>
        </p:nvPicPr>
        <p:blipFill>
          <a:blip r:embed="rId2"/>
          <a:stretch>
            <a:fillRect/>
          </a:stretch>
        </p:blipFill>
        <p:spPr>
          <a:xfrm>
            <a:off x="3355033" y="1555750"/>
            <a:ext cx="3336712" cy="4650808"/>
          </a:xfrm>
        </p:spPr>
      </p:pic>
    </p:spTree>
    <p:extLst>
      <p:ext uri="{BB962C8B-B14F-4D97-AF65-F5344CB8AC3E}">
        <p14:creationId xmlns:p14="http://schemas.microsoft.com/office/powerpoint/2010/main" val="17227201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2D3B0-715E-47D8-B437-E6514C19873F}"/>
              </a:ext>
            </a:extLst>
          </p:cNvPr>
          <p:cNvSpPr>
            <a:spLocks noGrp="1"/>
          </p:cNvSpPr>
          <p:nvPr>
            <p:ph type="title"/>
          </p:nvPr>
        </p:nvSpPr>
        <p:spPr/>
        <p:txBody>
          <a:bodyPr/>
          <a:lstStyle/>
          <a:p>
            <a:r>
              <a:rPr lang="en-US" dirty="0"/>
              <a:t>Figure </a:t>
            </a:r>
            <a:r>
              <a:rPr lang="en-US" dirty="0" smtClean="0"/>
              <a:t>6: </a:t>
            </a:r>
            <a:r>
              <a:rPr lang="en-US" dirty="0"/>
              <a:t>An Invoice Form from Microsoft Excel</a:t>
            </a:r>
          </a:p>
        </p:txBody>
      </p:sp>
      <p:sp>
        <p:nvSpPr>
          <p:cNvPr id="3" name="Text Placeholder 2">
            <a:extLst>
              <a:ext uri="{FF2B5EF4-FFF2-40B4-BE49-F238E27FC236}">
                <a16:creationId xmlns:a16="http://schemas.microsoft.com/office/drawing/2014/main" id="{65025ACE-6C1C-43B4-964E-837895C7FAE4}"/>
              </a:ext>
            </a:extLst>
          </p:cNvPr>
          <p:cNvSpPr>
            <a:spLocks noGrp="1"/>
          </p:cNvSpPr>
          <p:nvPr>
            <p:ph type="body" idx="1"/>
          </p:nvPr>
        </p:nvSpPr>
        <p:spPr>
          <a:xfrm>
            <a:off x="457200" y="5734594"/>
            <a:ext cx="8229600" cy="334744"/>
          </a:xfrm>
        </p:spPr>
        <p:txBody>
          <a:bodyPr/>
          <a:lstStyle/>
          <a:p>
            <a:r>
              <a:rPr lang="en-US" dirty="0"/>
              <a:t>(</a:t>
            </a:r>
            <a:r>
              <a:rPr lang="en-US" i="1" dirty="0"/>
              <a:t>Source: </a:t>
            </a:r>
            <a:r>
              <a:rPr lang="en-US" dirty="0"/>
              <a:t>Microsoft Corporation)</a:t>
            </a:r>
          </a:p>
        </p:txBody>
      </p:sp>
      <p:pic>
        <p:nvPicPr>
          <p:cNvPr id="6" name="Content Placeholder 5" descr="A screenshot of a cell phone&#10;&#10;Description automatically generated">
            <a:extLst>
              <a:ext uri="{FF2B5EF4-FFF2-40B4-BE49-F238E27FC236}">
                <a16:creationId xmlns:a16="http://schemas.microsoft.com/office/drawing/2014/main" id="{92361E60-B3CD-4297-8878-2203C49904F8}"/>
              </a:ext>
            </a:extLst>
          </p:cNvPr>
          <p:cNvPicPr>
            <a:picLocks noGrp="1" noChangeAspect="1"/>
          </p:cNvPicPr>
          <p:nvPr>
            <p:ph sz="quarter" idx="14"/>
          </p:nvPr>
        </p:nvPicPr>
        <p:blipFill>
          <a:blip r:embed="rId2"/>
          <a:stretch>
            <a:fillRect/>
          </a:stretch>
        </p:blipFill>
        <p:spPr>
          <a:xfrm>
            <a:off x="3184967" y="1555750"/>
            <a:ext cx="2774065" cy="3392488"/>
          </a:xfrm>
        </p:spPr>
      </p:pic>
    </p:spTree>
    <p:extLst>
      <p:ext uri="{BB962C8B-B14F-4D97-AF65-F5344CB8AC3E}">
        <p14:creationId xmlns:p14="http://schemas.microsoft.com/office/powerpoint/2010/main" val="12137110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06DDF-FA1B-4B0B-8F24-B6E9B8D15E5E}"/>
              </a:ext>
            </a:extLst>
          </p:cNvPr>
          <p:cNvSpPr>
            <a:spLocks noGrp="1"/>
          </p:cNvSpPr>
          <p:nvPr>
            <p:ph type="title"/>
          </p:nvPr>
        </p:nvSpPr>
        <p:spPr/>
        <p:txBody>
          <a:bodyPr/>
          <a:lstStyle/>
          <a:p>
            <a:r>
              <a:rPr lang="en-US" sz="3000" dirty="0"/>
              <a:t>Analyzing Procedures and Other Documents (Page 3 of 3)</a:t>
            </a:r>
          </a:p>
        </p:txBody>
      </p:sp>
      <p:sp>
        <p:nvSpPr>
          <p:cNvPr id="4" name="Text Placeholder 3">
            <a:extLst>
              <a:ext uri="{FF2B5EF4-FFF2-40B4-BE49-F238E27FC236}">
                <a16:creationId xmlns:a16="http://schemas.microsoft.com/office/drawing/2014/main" id="{11694513-D06D-4272-A330-F2E3FC702BBE}"/>
              </a:ext>
            </a:extLst>
          </p:cNvPr>
          <p:cNvSpPr>
            <a:spLocks noGrp="1"/>
          </p:cNvSpPr>
          <p:nvPr>
            <p:ph type="body" idx="2"/>
          </p:nvPr>
        </p:nvSpPr>
        <p:spPr>
          <a:xfrm>
            <a:off x="352697" y="1636685"/>
            <a:ext cx="8530046" cy="4229706"/>
          </a:xfrm>
        </p:spPr>
        <p:txBody>
          <a:bodyPr/>
          <a:lstStyle/>
          <a:p>
            <a:pPr marL="586232" indent="-514350"/>
            <a:r>
              <a:rPr lang="en-US" sz="2800" dirty="0"/>
              <a:t>Four major documents analyzed when creating a new system:</a:t>
            </a:r>
          </a:p>
          <a:p>
            <a:pPr marL="1073150" lvl="1" indent="-514350">
              <a:buFont typeface="+mj-lt"/>
              <a:buAutoNum type="arabicPeriod"/>
            </a:pPr>
            <a:r>
              <a:rPr lang="en-US" sz="2400" dirty="0"/>
              <a:t>Written work procedure </a:t>
            </a:r>
            <a:r>
              <a:rPr lang="en-US" sz="2400" dirty="0" smtClean="0"/>
              <a:t>(Figure 3)</a:t>
            </a:r>
            <a:endParaRPr lang="en-US" sz="2400" dirty="0"/>
          </a:p>
          <a:p>
            <a:pPr marL="1073150" lvl="1" indent="-514350">
              <a:buFont typeface="+mj-lt"/>
              <a:buAutoNum type="arabicPeriod"/>
            </a:pPr>
            <a:r>
              <a:rPr lang="en-US" sz="2400" dirty="0"/>
              <a:t>A form such as the invoice form on the previous slide</a:t>
            </a:r>
          </a:p>
          <a:p>
            <a:pPr marL="1473200" lvl="2" indent="-514350"/>
            <a:r>
              <a:rPr lang="en-US" sz="2000" dirty="0"/>
              <a:t>Gives crucial information about the nature of the organization</a:t>
            </a:r>
          </a:p>
          <a:p>
            <a:pPr marL="1073150" lvl="1" indent="-514350">
              <a:buFont typeface="+mj-lt"/>
              <a:buAutoNum type="arabicPeriod"/>
            </a:pPr>
            <a:r>
              <a:rPr lang="en-US" sz="2400" dirty="0"/>
              <a:t>A report such as the one on the next slide</a:t>
            </a:r>
          </a:p>
          <a:p>
            <a:pPr marL="1473200" lvl="2" indent="-514350"/>
            <a:r>
              <a:rPr lang="en-US" sz="2000" dirty="0"/>
              <a:t>Can be used to analyze  to determine which data to capture</a:t>
            </a:r>
          </a:p>
          <a:p>
            <a:pPr marL="1073150" lvl="1" indent="-514350">
              <a:buFont typeface="+mj-lt"/>
              <a:buAutoNum type="arabicPeriod"/>
            </a:pPr>
            <a:r>
              <a:rPr lang="en-US" sz="2400" dirty="0"/>
              <a:t>Documents used to describe the system and how it is used</a:t>
            </a:r>
          </a:p>
          <a:p>
            <a:pPr marL="1473200" lvl="2" indent="-514350"/>
            <a:r>
              <a:rPr lang="en-US" sz="2000" dirty="0"/>
              <a:t>Examples include flowcharts, data dictionaries, user manuals</a:t>
            </a:r>
          </a:p>
          <a:p>
            <a:pPr marL="1473200" lvl="2" indent="-514350"/>
            <a:endParaRPr lang="en-US" sz="2000" dirty="0"/>
          </a:p>
          <a:p>
            <a:pPr marL="1073150" lvl="1" indent="-514350"/>
            <a:endParaRPr lang="en-US" sz="2400" dirty="0"/>
          </a:p>
          <a:p>
            <a:pPr marL="1073150" lvl="1" indent="-514350"/>
            <a:endParaRPr lang="en-US" sz="2800" dirty="0"/>
          </a:p>
          <a:p>
            <a:pPr marL="558800" lvl="1" indent="0">
              <a:buNone/>
            </a:pPr>
            <a:endParaRPr lang="en-US" sz="2400" dirty="0"/>
          </a:p>
        </p:txBody>
      </p:sp>
    </p:spTree>
    <p:extLst>
      <p:ext uri="{BB962C8B-B14F-4D97-AF65-F5344CB8AC3E}">
        <p14:creationId xmlns:p14="http://schemas.microsoft.com/office/powerpoint/2010/main" val="39144825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00D2B-A5D4-4914-9EF4-E6EBE286CF8B}"/>
              </a:ext>
            </a:extLst>
          </p:cNvPr>
          <p:cNvSpPr>
            <a:spLocks noGrp="1"/>
          </p:cNvSpPr>
          <p:nvPr>
            <p:ph type="title"/>
          </p:nvPr>
        </p:nvSpPr>
        <p:spPr/>
        <p:txBody>
          <a:bodyPr/>
          <a:lstStyle/>
          <a:p>
            <a:r>
              <a:rPr lang="en-US" dirty="0"/>
              <a:t>Figure </a:t>
            </a:r>
            <a:r>
              <a:rPr lang="en-US" dirty="0" smtClean="0"/>
              <a:t>5</a:t>
            </a:r>
            <a:r>
              <a:rPr lang="en-US" dirty="0"/>
              <a:t>: Example of a Report – As Statement of Cash Flows</a:t>
            </a:r>
          </a:p>
        </p:txBody>
      </p:sp>
      <p:pic>
        <p:nvPicPr>
          <p:cNvPr id="6" name="Content Placeholder 5" descr="A screenshot of a cell phone&#10;&#10;Description automatically generated">
            <a:extLst>
              <a:ext uri="{FF2B5EF4-FFF2-40B4-BE49-F238E27FC236}">
                <a16:creationId xmlns:a16="http://schemas.microsoft.com/office/drawing/2014/main" id="{A10E51B5-F264-4502-9DAE-64196DCAC88E}"/>
              </a:ext>
            </a:extLst>
          </p:cNvPr>
          <p:cNvPicPr>
            <a:picLocks noGrp="1" noChangeAspect="1"/>
          </p:cNvPicPr>
          <p:nvPr>
            <p:ph sz="quarter" idx="14"/>
          </p:nvPr>
        </p:nvPicPr>
        <p:blipFill>
          <a:blip r:embed="rId2"/>
          <a:stretch>
            <a:fillRect/>
          </a:stretch>
        </p:blipFill>
        <p:spPr>
          <a:xfrm>
            <a:off x="3644367" y="1555749"/>
            <a:ext cx="2517442" cy="4603325"/>
          </a:xfrm>
        </p:spPr>
      </p:pic>
    </p:spTree>
    <p:extLst>
      <p:ext uri="{BB962C8B-B14F-4D97-AF65-F5344CB8AC3E}">
        <p14:creationId xmlns:p14="http://schemas.microsoft.com/office/powerpoint/2010/main" val="32712950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E4E36-4E19-49B5-A8F7-8864320B90B0}"/>
              </a:ext>
            </a:extLst>
          </p:cNvPr>
          <p:cNvSpPr>
            <a:spLocks noGrp="1"/>
          </p:cNvSpPr>
          <p:nvPr>
            <p:ph type="title"/>
          </p:nvPr>
        </p:nvSpPr>
        <p:spPr/>
        <p:txBody>
          <a:bodyPr/>
          <a:lstStyle/>
          <a:p>
            <a:r>
              <a:rPr lang="en-US" dirty="0"/>
              <a:t>Table </a:t>
            </a:r>
            <a:r>
              <a:rPr lang="en-US" dirty="0" smtClean="0"/>
              <a:t>4</a:t>
            </a:r>
            <a:r>
              <a:rPr lang="en-US" dirty="0"/>
              <a:t>: Comparison of Observation and Document Analysis</a:t>
            </a:r>
          </a:p>
        </p:txBody>
      </p:sp>
      <p:graphicFrame>
        <p:nvGraphicFramePr>
          <p:cNvPr id="5" name="Content Placeholder 4">
            <a:extLst>
              <a:ext uri="{FF2B5EF4-FFF2-40B4-BE49-F238E27FC236}">
                <a16:creationId xmlns:a16="http://schemas.microsoft.com/office/drawing/2014/main" id="{1F206D2C-7C66-46E4-AAEC-76D9D546D848}"/>
              </a:ext>
            </a:extLst>
          </p:cNvPr>
          <p:cNvGraphicFramePr>
            <a:graphicFrameLocks noGrp="1"/>
          </p:cNvGraphicFramePr>
          <p:nvPr>
            <p:ph sz="quarter" idx="14"/>
            <p:extLst>
              <p:ext uri="{D42A27DB-BD31-4B8C-83A1-F6EECF244321}">
                <p14:modId xmlns:p14="http://schemas.microsoft.com/office/powerpoint/2010/main" val="134068835"/>
              </p:ext>
            </p:extLst>
          </p:nvPr>
        </p:nvGraphicFramePr>
        <p:xfrm>
          <a:off x="457200" y="1555750"/>
          <a:ext cx="8229600" cy="4836160"/>
        </p:xfrm>
        <a:graphic>
          <a:graphicData uri="http://schemas.openxmlformats.org/drawingml/2006/table">
            <a:tbl>
              <a:tblPr firstRow="1" bandRow="1">
                <a:tableStyleId>{40F9630F-82C1-40B7-BC3A-925EFCFF5E92}</a:tableStyleId>
              </a:tblPr>
              <a:tblGrid>
                <a:gridCol w="2442754">
                  <a:extLst>
                    <a:ext uri="{9D8B030D-6E8A-4147-A177-3AD203B41FA5}">
                      <a16:colId xmlns:a16="http://schemas.microsoft.com/office/drawing/2014/main" val="2522244726"/>
                    </a:ext>
                  </a:extLst>
                </a:gridCol>
                <a:gridCol w="3043646">
                  <a:extLst>
                    <a:ext uri="{9D8B030D-6E8A-4147-A177-3AD203B41FA5}">
                      <a16:colId xmlns:a16="http://schemas.microsoft.com/office/drawing/2014/main" val="1258752226"/>
                    </a:ext>
                  </a:extLst>
                </a:gridCol>
                <a:gridCol w="2743200">
                  <a:extLst>
                    <a:ext uri="{9D8B030D-6E8A-4147-A177-3AD203B41FA5}">
                      <a16:colId xmlns:a16="http://schemas.microsoft.com/office/drawing/2014/main" val="712930447"/>
                    </a:ext>
                  </a:extLst>
                </a:gridCol>
              </a:tblGrid>
              <a:tr h="370840">
                <a:tc>
                  <a:txBody>
                    <a:bodyPr/>
                    <a:lstStyle/>
                    <a:p>
                      <a:r>
                        <a:rPr lang="en-US" dirty="0"/>
                        <a:t>Characteristic</a:t>
                      </a:r>
                    </a:p>
                  </a:txBody>
                  <a:tcPr/>
                </a:tc>
                <a:tc>
                  <a:txBody>
                    <a:bodyPr/>
                    <a:lstStyle/>
                    <a:p>
                      <a:r>
                        <a:rPr lang="en-US" dirty="0"/>
                        <a:t>Observation</a:t>
                      </a:r>
                    </a:p>
                  </a:txBody>
                  <a:tcPr/>
                </a:tc>
                <a:tc>
                  <a:txBody>
                    <a:bodyPr/>
                    <a:lstStyle/>
                    <a:p>
                      <a:r>
                        <a:rPr lang="en-US" dirty="0"/>
                        <a:t>Document Analysis</a:t>
                      </a:r>
                    </a:p>
                  </a:txBody>
                  <a:tcPr/>
                </a:tc>
                <a:extLst>
                  <a:ext uri="{0D108BD9-81ED-4DB2-BD59-A6C34878D82A}">
                    <a16:rowId xmlns:a16="http://schemas.microsoft.com/office/drawing/2014/main" val="3865117155"/>
                  </a:ext>
                </a:extLst>
              </a:tr>
              <a:tr h="370840">
                <a:tc>
                  <a:txBody>
                    <a:bodyPr/>
                    <a:lstStyle/>
                    <a:p>
                      <a:r>
                        <a:rPr lang="en-US" dirty="0"/>
                        <a:t>Information Richness</a:t>
                      </a:r>
                    </a:p>
                  </a:txBody>
                  <a:tcPr/>
                </a:tc>
                <a:tc>
                  <a:txBody>
                    <a:bodyPr/>
                    <a:lstStyle/>
                    <a:p>
                      <a:r>
                        <a:rPr lang="en-US" dirty="0"/>
                        <a:t>High (many channels)</a:t>
                      </a:r>
                    </a:p>
                  </a:txBody>
                  <a:tcPr/>
                </a:tc>
                <a:tc>
                  <a:txBody>
                    <a:bodyPr/>
                    <a:lstStyle/>
                    <a:p>
                      <a:r>
                        <a:rPr lang="en-US" dirty="0"/>
                        <a:t>Low (passive) and old</a:t>
                      </a:r>
                    </a:p>
                  </a:txBody>
                  <a:tcPr/>
                </a:tc>
                <a:extLst>
                  <a:ext uri="{0D108BD9-81ED-4DB2-BD59-A6C34878D82A}">
                    <a16:rowId xmlns:a16="http://schemas.microsoft.com/office/drawing/2014/main" val="3050785246"/>
                  </a:ext>
                </a:extLst>
              </a:tr>
              <a:tr h="370840">
                <a:tc>
                  <a:txBody>
                    <a:bodyPr/>
                    <a:lstStyle/>
                    <a:p>
                      <a:r>
                        <a:rPr lang="en-US" dirty="0"/>
                        <a:t>Time Required</a:t>
                      </a:r>
                    </a:p>
                  </a:txBody>
                  <a:tcPr/>
                </a:tc>
                <a:tc>
                  <a:txBody>
                    <a:bodyPr/>
                    <a:lstStyle/>
                    <a:p>
                      <a:r>
                        <a:rPr lang="en-US" dirty="0"/>
                        <a:t>Can be extensive</a:t>
                      </a:r>
                    </a:p>
                  </a:txBody>
                  <a:tcPr/>
                </a:tc>
                <a:tc>
                  <a:txBody>
                    <a:bodyPr/>
                    <a:lstStyle/>
                    <a:p>
                      <a:r>
                        <a:rPr lang="en-US" dirty="0"/>
                        <a:t>Low to moderate</a:t>
                      </a:r>
                    </a:p>
                  </a:txBody>
                  <a:tcPr/>
                </a:tc>
                <a:extLst>
                  <a:ext uri="{0D108BD9-81ED-4DB2-BD59-A6C34878D82A}">
                    <a16:rowId xmlns:a16="http://schemas.microsoft.com/office/drawing/2014/main" val="1942849491"/>
                  </a:ext>
                </a:extLst>
              </a:tr>
              <a:tr h="370840">
                <a:tc>
                  <a:txBody>
                    <a:bodyPr/>
                    <a:lstStyle/>
                    <a:p>
                      <a:r>
                        <a:rPr lang="en-US" dirty="0"/>
                        <a:t>Expense</a:t>
                      </a:r>
                    </a:p>
                  </a:txBody>
                  <a:tcPr/>
                </a:tc>
                <a:tc>
                  <a:txBody>
                    <a:bodyPr/>
                    <a:lstStyle/>
                    <a:p>
                      <a:r>
                        <a:rPr lang="en-US" dirty="0"/>
                        <a:t>Can be high</a:t>
                      </a:r>
                    </a:p>
                  </a:txBody>
                  <a:tcPr/>
                </a:tc>
                <a:tc>
                  <a:txBody>
                    <a:bodyPr/>
                    <a:lstStyle/>
                    <a:p>
                      <a:r>
                        <a:rPr lang="en-US" dirty="0"/>
                        <a:t>Low to moderate</a:t>
                      </a:r>
                    </a:p>
                  </a:txBody>
                  <a:tcPr/>
                </a:tc>
                <a:extLst>
                  <a:ext uri="{0D108BD9-81ED-4DB2-BD59-A6C34878D82A}">
                    <a16:rowId xmlns:a16="http://schemas.microsoft.com/office/drawing/2014/main" val="2622781239"/>
                  </a:ext>
                </a:extLst>
              </a:tr>
              <a:tr h="370840">
                <a:tc>
                  <a:txBody>
                    <a:bodyPr/>
                    <a:lstStyle/>
                    <a:p>
                      <a:r>
                        <a:rPr lang="en-US" dirty="0"/>
                        <a:t>Chance for Follow-Up and Probing</a:t>
                      </a:r>
                    </a:p>
                  </a:txBody>
                  <a:tcPr/>
                </a:tc>
                <a:tc>
                  <a:txBody>
                    <a:bodyPr/>
                    <a:lstStyle/>
                    <a:p>
                      <a:r>
                        <a:rPr lang="en-US" dirty="0"/>
                        <a:t>Good: probing and clarification questions can be asked during or after observation</a:t>
                      </a:r>
                    </a:p>
                  </a:txBody>
                  <a:tcPr/>
                </a:tc>
                <a:tc>
                  <a:txBody>
                    <a:bodyPr/>
                    <a:lstStyle/>
                    <a:p>
                      <a:r>
                        <a:rPr lang="en-US" dirty="0"/>
                        <a:t>Limited: probing possible only if original author is available</a:t>
                      </a:r>
                    </a:p>
                  </a:txBody>
                  <a:tcPr/>
                </a:tc>
                <a:extLst>
                  <a:ext uri="{0D108BD9-81ED-4DB2-BD59-A6C34878D82A}">
                    <a16:rowId xmlns:a16="http://schemas.microsoft.com/office/drawing/2014/main" val="1760138909"/>
                  </a:ext>
                </a:extLst>
              </a:tr>
              <a:tr h="370840">
                <a:tc>
                  <a:txBody>
                    <a:bodyPr/>
                    <a:lstStyle/>
                    <a:p>
                      <a:r>
                        <a:rPr lang="en-US" dirty="0"/>
                        <a:t>Confidentiality</a:t>
                      </a:r>
                    </a:p>
                  </a:txBody>
                  <a:tcPr/>
                </a:tc>
                <a:tc>
                  <a:txBody>
                    <a:bodyPr/>
                    <a:lstStyle/>
                    <a:p>
                      <a:r>
                        <a:rPr lang="en-US" dirty="0"/>
                        <a:t>Observee is known to interviewer; observee may change behavior when observed</a:t>
                      </a:r>
                    </a:p>
                  </a:txBody>
                  <a:tcPr/>
                </a:tc>
                <a:tc>
                  <a:txBody>
                    <a:bodyPr/>
                    <a:lstStyle/>
                    <a:p>
                      <a:r>
                        <a:rPr lang="en-US" dirty="0"/>
                        <a:t>Depends on nature of document; does not change simply by being read</a:t>
                      </a:r>
                    </a:p>
                  </a:txBody>
                  <a:tcPr/>
                </a:tc>
                <a:extLst>
                  <a:ext uri="{0D108BD9-81ED-4DB2-BD59-A6C34878D82A}">
                    <a16:rowId xmlns:a16="http://schemas.microsoft.com/office/drawing/2014/main" val="3828377398"/>
                  </a:ext>
                </a:extLst>
              </a:tr>
              <a:tr h="370840">
                <a:tc>
                  <a:txBody>
                    <a:bodyPr/>
                    <a:lstStyle/>
                    <a:p>
                      <a:r>
                        <a:rPr lang="en-US" dirty="0"/>
                        <a:t>Involvement of Subject</a:t>
                      </a:r>
                    </a:p>
                  </a:txBody>
                  <a:tcPr/>
                </a:tc>
                <a:tc>
                  <a:txBody>
                    <a:bodyPr/>
                    <a:lstStyle/>
                    <a:p>
                      <a:r>
                        <a:rPr lang="en-US" dirty="0"/>
                        <a:t>Interviewees may or may not be involved and committed depending on whether they know if they are being observed</a:t>
                      </a:r>
                    </a:p>
                  </a:txBody>
                  <a:tcPr/>
                </a:tc>
                <a:tc>
                  <a:txBody>
                    <a:bodyPr/>
                    <a:lstStyle/>
                    <a:p>
                      <a:r>
                        <a:rPr lang="en-US" dirty="0"/>
                        <a:t>None, no clear commitment</a:t>
                      </a:r>
                    </a:p>
                  </a:txBody>
                  <a:tcPr/>
                </a:tc>
                <a:extLst>
                  <a:ext uri="{0D108BD9-81ED-4DB2-BD59-A6C34878D82A}">
                    <a16:rowId xmlns:a16="http://schemas.microsoft.com/office/drawing/2014/main" val="3275653371"/>
                  </a:ext>
                </a:extLst>
              </a:tr>
              <a:tr h="370840">
                <a:tc>
                  <a:txBody>
                    <a:bodyPr/>
                    <a:lstStyle/>
                    <a:p>
                      <a:r>
                        <a:rPr lang="en-US" dirty="0"/>
                        <a:t>Potential Audience</a:t>
                      </a:r>
                    </a:p>
                  </a:txBody>
                  <a:tcPr/>
                </a:tc>
                <a:tc>
                  <a:txBody>
                    <a:bodyPr/>
                    <a:lstStyle/>
                    <a:p>
                      <a:r>
                        <a:rPr lang="en-US" dirty="0"/>
                        <a:t>Limited numbers and limited time (snapshot) of each</a:t>
                      </a:r>
                    </a:p>
                  </a:txBody>
                  <a:tcPr/>
                </a:tc>
                <a:tc>
                  <a:txBody>
                    <a:bodyPr/>
                    <a:lstStyle/>
                    <a:p>
                      <a:r>
                        <a:rPr lang="en-US" dirty="0"/>
                        <a:t>Potentially biased by which documents were kept or because document was not created for this purpose</a:t>
                      </a:r>
                    </a:p>
                  </a:txBody>
                  <a:tcPr/>
                </a:tc>
                <a:extLst>
                  <a:ext uri="{0D108BD9-81ED-4DB2-BD59-A6C34878D82A}">
                    <a16:rowId xmlns:a16="http://schemas.microsoft.com/office/drawing/2014/main" val="2405615764"/>
                  </a:ext>
                </a:extLst>
              </a:tr>
            </a:tbl>
          </a:graphicData>
        </a:graphic>
      </p:graphicFrame>
    </p:spTree>
    <p:extLst>
      <p:ext uri="{BB962C8B-B14F-4D97-AF65-F5344CB8AC3E}">
        <p14:creationId xmlns:p14="http://schemas.microsoft.com/office/powerpoint/2010/main" val="33226155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30FEF-BB9B-4362-968D-D0BEE53981EF}"/>
              </a:ext>
            </a:extLst>
          </p:cNvPr>
          <p:cNvSpPr>
            <a:spLocks noGrp="1"/>
          </p:cNvSpPr>
          <p:nvPr>
            <p:ph type="title"/>
          </p:nvPr>
        </p:nvSpPr>
        <p:spPr/>
        <p:txBody>
          <a:bodyPr/>
          <a:lstStyle/>
          <a:p>
            <a:r>
              <a:rPr lang="en-US" dirty="0"/>
              <a:t>Table </a:t>
            </a:r>
            <a:r>
              <a:rPr lang="en-US" dirty="0" smtClean="0"/>
              <a:t>5</a:t>
            </a:r>
            <a:r>
              <a:rPr lang="en-US" dirty="0"/>
              <a:t>: Contemporary Methods for Collecting System Requirements</a:t>
            </a:r>
          </a:p>
        </p:txBody>
      </p:sp>
      <p:graphicFrame>
        <p:nvGraphicFramePr>
          <p:cNvPr id="5" name="Content Placeholder 4">
            <a:extLst>
              <a:ext uri="{FF2B5EF4-FFF2-40B4-BE49-F238E27FC236}">
                <a16:creationId xmlns:a16="http://schemas.microsoft.com/office/drawing/2014/main" id="{DE8E1288-F414-4F38-BFEF-0D51AF8C843A}"/>
              </a:ext>
            </a:extLst>
          </p:cNvPr>
          <p:cNvGraphicFramePr>
            <a:graphicFrameLocks noGrp="1"/>
          </p:cNvGraphicFramePr>
          <p:nvPr>
            <p:ph sz="quarter" idx="14"/>
            <p:extLst>
              <p:ext uri="{D42A27DB-BD31-4B8C-83A1-F6EECF244321}">
                <p14:modId xmlns:p14="http://schemas.microsoft.com/office/powerpoint/2010/main" val="136683472"/>
              </p:ext>
            </p:extLst>
          </p:nvPr>
        </p:nvGraphicFramePr>
        <p:xfrm>
          <a:off x="457200" y="1555750"/>
          <a:ext cx="8229600" cy="1529080"/>
        </p:xfrm>
        <a:graphic>
          <a:graphicData uri="http://schemas.openxmlformats.org/drawingml/2006/table">
            <a:tbl>
              <a:tblPr firstRow="1" bandRow="1">
                <a:tableStyleId>{40F9630F-82C1-40B7-BC3A-925EFCFF5E92}</a:tableStyleId>
              </a:tblPr>
              <a:tblGrid>
                <a:gridCol w="8229600">
                  <a:extLst>
                    <a:ext uri="{9D8B030D-6E8A-4147-A177-3AD203B41FA5}">
                      <a16:colId xmlns:a16="http://schemas.microsoft.com/office/drawing/2014/main" val="3588609624"/>
                    </a:ext>
                  </a:extLst>
                </a:gridCol>
              </a:tblGrid>
              <a:tr h="370840">
                <a:tc>
                  <a:txBody>
                    <a:bodyPr/>
                    <a:lstStyle/>
                    <a:p>
                      <a:r>
                        <a:rPr lang="en-US" sz="1600" dirty="0"/>
                        <a:t>Contemporary Methods for Collecting System Requirements</a:t>
                      </a:r>
                    </a:p>
                  </a:txBody>
                  <a:tcPr/>
                </a:tc>
                <a:extLst>
                  <a:ext uri="{0D108BD9-81ED-4DB2-BD59-A6C34878D82A}">
                    <a16:rowId xmlns:a16="http://schemas.microsoft.com/office/drawing/2014/main" val="2832383554"/>
                  </a:ext>
                </a:extLst>
              </a:tr>
              <a:tr h="370840">
                <a:tc>
                  <a:txBody>
                    <a:bodyPr/>
                    <a:lstStyle/>
                    <a:p>
                      <a:r>
                        <a:rPr lang="en-US" sz="1600" dirty="0"/>
                        <a:t>Bringing session users, sponsors, analysts, and others together in a JAD session to discuss and review system requirements</a:t>
                      </a:r>
                    </a:p>
                  </a:txBody>
                  <a:tcPr/>
                </a:tc>
                <a:extLst>
                  <a:ext uri="{0D108BD9-81ED-4DB2-BD59-A6C34878D82A}">
                    <a16:rowId xmlns:a16="http://schemas.microsoft.com/office/drawing/2014/main" val="2238765880"/>
                  </a:ext>
                </a:extLst>
              </a:tr>
              <a:tr h="370840">
                <a:tc>
                  <a:txBody>
                    <a:bodyPr/>
                    <a:lstStyle/>
                    <a:p>
                      <a:r>
                        <a:rPr lang="en-US" sz="1600" dirty="0"/>
                        <a:t>Iteratively developing system prototypes that refine the understanding of system requirements in concrete terms by showing working versions of system features</a:t>
                      </a:r>
                    </a:p>
                  </a:txBody>
                  <a:tcPr/>
                </a:tc>
                <a:extLst>
                  <a:ext uri="{0D108BD9-81ED-4DB2-BD59-A6C34878D82A}">
                    <a16:rowId xmlns:a16="http://schemas.microsoft.com/office/drawing/2014/main" val="1145435144"/>
                  </a:ext>
                </a:extLst>
              </a:tr>
            </a:tbl>
          </a:graphicData>
        </a:graphic>
      </p:graphicFrame>
    </p:spTree>
    <p:extLst>
      <p:ext uri="{BB962C8B-B14F-4D97-AF65-F5344CB8AC3E}">
        <p14:creationId xmlns:p14="http://schemas.microsoft.com/office/powerpoint/2010/main" val="42494830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7C74-E693-41FC-8352-1A639B95F439}"/>
              </a:ext>
            </a:extLst>
          </p:cNvPr>
          <p:cNvSpPr>
            <a:spLocks noGrp="1"/>
          </p:cNvSpPr>
          <p:nvPr>
            <p:ph type="title"/>
          </p:nvPr>
        </p:nvSpPr>
        <p:spPr/>
        <p:txBody>
          <a:bodyPr/>
          <a:lstStyle/>
          <a:p>
            <a:r>
              <a:rPr lang="en-US" dirty="0"/>
              <a:t>Table 7</a:t>
            </a:r>
            <a:r>
              <a:rPr lang="en-US" dirty="0" smtClean="0"/>
              <a:t>: </a:t>
            </a:r>
            <a:r>
              <a:rPr lang="en-US" dirty="0"/>
              <a:t>Desired Layout and Navigation Feature of WebStore</a:t>
            </a:r>
          </a:p>
        </p:txBody>
      </p:sp>
      <p:graphicFrame>
        <p:nvGraphicFramePr>
          <p:cNvPr id="5" name="Content Placeholder 4">
            <a:extLst>
              <a:ext uri="{FF2B5EF4-FFF2-40B4-BE49-F238E27FC236}">
                <a16:creationId xmlns:a16="http://schemas.microsoft.com/office/drawing/2014/main" id="{E175B9C3-0C47-4048-AFA6-D6F9FCEBBAFE}"/>
              </a:ext>
            </a:extLst>
          </p:cNvPr>
          <p:cNvGraphicFramePr>
            <a:graphicFrameLocks noGrp="1"/>
          </p:cNvGraphicFramePr>
          <p:nvPr>
            <p:ph sz="quarter" idx="14"/>
            <p:extLst>
              <p:ext uri="{D42A27DB-BD31-4B8C-83A1-F6EECF244321}">
                <p14:modId xmlns:p14="http://schemas.microsoft.com/office/powerpoint/2010/main" val="1138010434"/>
              </p:ext>
            </p:extLst>
          </p:nvPr>
        </p:nvGraphicFramePr>
        <p:xfrm>
          <a:off x="457200" y="1555750"/>
          <a:ext cx="8229600" cy="2834640"/>
        </p:xfrm>
        <a:graphic>
          <a:graphicData uri="http://schemas.openxmlformats.org/drawingml/2006/table">
            <a:tbl>
              <a:tblPr firstRow="1" bandRow="1">
                <a:tableStyleId>{40F9630F-82C1-40B7-BC3A-925EFCFF5E92}</a:tableStyleId>
              </a:tblPr>
              <a:tblGrid>
                <a:gridCol w="2908300">
                  <a:extLst>
                    <a:ext uri="{9D8B030D-6E8A-4147-A177-3AD203B41FA5}">
                      <a16:colId xmlns:a16="http://schemas.microsoft.com/office/drawing/2014/main" val="3594679913"/>
                    </a:ext>
                  </a:extLst>
                </a:gridCol>
                <a:gridCol w="5321300">
                  <a:extLst>
                    <a:ext uri="{9D8B030D-6E8A-4147-A177-3AD203B41FA5}">
                      <a16:colId xmlns:a16="http://schemas.microsoft.com/office/drawing/2014/main" val="2407237507"/>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Desired Layout and Navigation Feature of WebStore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Desired Layout and Navigation Feature of WebStore</a:t>
                      </a:r>
                    </a:p>
                  </a:txBody>
                  <a:tcPr/>
                </a:tc>
                <a:extLst>
                  <a:ext uri="{0D108BD9-81ED-4DB2-BD59-A6C34878D82A}">
                    <a16:rowId xmlns:a16="http://schemas.microsoft.com/office/drawing/2014/main" val="3442264870"/>
                  </a:ext>
                </a:extLst>
              </a:tr>
              <a:tr h="370840">
                <a:tc>
                  <a:txBody>
                    <a:bodyPr/>
                    <a:lstStyle/>
                    <a:p>
                      <a:r>
                        <a:rPr lang="en-US" dirty="0"/>
                        <a:t>Layout and Design</a:t>
                      </a:r>
                    </a:p>
                  </a:txBody>
                  <a:tcPr/>
                </a:tc>
                <a:tc>
                  <a:txBody>
                    <a:bodyPr/>
                    <a:lstStyle/>
                    <a:p>
                      <a:pPr marL="285750" indent="-285750">
                        <a:buFont typeface="Arial" panose="020B0604020202020204" pitchFamily="34" charset="0"/>
                        <a:buChar char="•"/>
                      </a:pPr>
                      <a:r>
                        <a:rPr lang="en-US" sz="1400" b="0" i="0" u="none" strike="noStrike" cap="none" baseline="0" dirty="0">
                          <a:solidFill>
                            <a:schemeClr val="dk1"/>
                          </a:solidFill>
                          <a:latin typeface="Arial"/>
                          <a:ea typeface="Arial"/>
                          <a:cs typeface="Arial"/>
                          <a:sym typeface="Arial"/>
                        </a:rPr>
                        <a:t>Navigation menu and logo placement should remain consistent throughout the entire site (this allows users to maintain familiarity while using the site and minimizes users who get “lost” in the site)</a:t>
                      </a:r>
                    </a:p>
                    <a:p>
                      <a:r>
                        <a:rPr lang="en-US" sz="1400" b="0" i="0" u="none" strike="noStrike" cap="none" baseline="0" dirty="0">
                          <a:solidFill>
                            <a:schemeClr val="dk1"/>
                          </a:solidFill>
                          <a:latin typeface="Arial"/>
                          <a:ea typeface="Arial"/>
                          <a:cs typeface="Arial"/>
                          <a:sym typeface="Arial"/>
                        </a:rPr>
                        <a:t>•    Graphics should be lightweight to allow for quick page display</a:t>
                      </a:r>
                    </a:p>
                    <a:p>
                      <a:r>
                        <a:rPr lang="en-US" sz="1400" b="0" i="0" u="none" strike="noStrike" cap="none" baseline="0" dirty="0">
                          <a:solidFill>
                            <a:schemeClr val="dk1"/>
                          </a:solidFill>
                          <a:latin typeface="Arial"/>
                          <a:ea typeface="Arial"/>
                          <a:cs typeface="Arial"/>
                          <a:sym typeface="Arial"/>
                        </a:rPr>
                        <a:t>•    Text should be used over graphics whenever possible</a:t>
                      </a:r>
                      <a:endParaRPr lang="en-US" dirty="0"/>
                    </a:p>
                  </a:txBody>
                  <a:tcPr/>
                </a:tc>
                <a:extLst>
                  <a:ext uri="{0D108BD9-81ED-4DB2-BD59-A6C34878D82A}">
                    <a16:rowId xmlns:a16="http://schemas.microsoft.com/office/drawing/2014/main" val="2629781669"/>
                  </a:ext>
                </a:extLst>
              </a:tr>
              <a:tr h="370840">
                <a:tc>
                  <a:txBody>
                    <a:bodyPr/>
                    <a:lstStyle/>
                    <a:p>
                      <a:r>
                        <a:rPr lang="en-US" dirty="0"/>
                        <a:t>Navigation</a:t>
                      </a:r>
                    </a:p>
                  </a:txBody>
                  <a:tcPr/>
                </a:tc>
                <a:tc>
                  <a:txBody>
                    <a:bodyPr/>
                    <a:lstStyle/>
                    <a:p>
                      <a:pPr marL="285750" indent="-285750">
                        <a:buFont typeface="Arial" panose="020B0604020202020204" pitchFamily="34" charset="0"/>
                        <a:buChar char="•"/>
                      </a:pPr>
                      <a:r>
                        <a:rPr lang="en-US" sz="1400" b="0" i="0" u="none" strike="noStrike" cap="none" baseline="0" dirty="0">
                          <a:solidFill>
                            <a:schemeClr val="dk1"/>
                          </a:solidFill>
                          <a:latin typeface="Arial"/>
                          <a:ea typeface="Arial"/>
                          <a:cs typeface="Arial"/>
                          <a:sym typeface="Arial"/>
                        </a:rPr>
                        <a:t>Any section of the store should be accessible from any other section via the navigation menu</a:t>
                      </a:r>
                    </a:p>
                    <a:p>
                      <a:r>
                        <a:rPr lang="en-US" sz="1400" b="0" i="0" u="none" strike="noStrike" cap="none" baseline="0" dirty="0">
                          <a:solidFill>
                            <a:schemeClr val="dk1"/>
                          </a:solidFill>
                          <a:latin typeface="Arial"/>
                          <a:ea typeface="Arial"/>
                          <a:cs typeface="Arial"/>
                          <a:sym typeface="Arial"/>
                        </a:rPr>
                        <a:t>•    Users should always be aware of what section they are</a:t>
                      </a:r>
                    </a:p>
                    <a:p>
                      <a:r>
                        <a:rPr lang="en-US" sz="1400" b="0" i="0" u="none" strike="noStrike" cap="none" baseline="0" dirty="0">
                          <a:solidFill>
                            <a:schemeClr val="dk1"/>
                          </a:solidFill>
                          <a:latin typeface="Arial"/>
                          <a:ea typeface="Arial"/>
                          <a:cs typeface="Arial"/>
                          <a:sym typeface="Arial"/>
                        </a:rPr>
                        <a:t>      currently in</a:t>
                      </a:r>
                      <a:endParaRPr lang="en-US" dirty="0"/>
                    </a:p>
                  </a:txBody>
                  <a:tcPr/>
                </a:tc>
                <a:extLst>
                  <a:ext uri="{0D108BD9-81ED-4DB2-BD59-A6C34878D82A}">
                    <a16:rowId xmlns:a16="http://schemas.microsoft.com/office/drawing/2014/main" val="3515377397"/>
                  </a:ext>
                </a:extLst>
              </a:tr>
            </a:tbl>
          </a:graphicData>
        </a:graphic>
      </p:graphicFrame>
    </p:spTree>
    <p:extLst>
      <p:ext uri="{BB962C8B-B14F-4D97-AF65-F5344CB8AC3E}">
        <p14:creationId xmlns:p14="http://schemas.microsoft.com/office/powerpoint/2010/main" val="20921793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Requirement Report 1 – based on requirement procedure </a:t>
            </a:r>
            <a:endParaRPr lang="en-US" dirty="0"/>
          </a:p>
        </p:txBody>
      </p:sp>
      <p:sp>
        <p:nvSpPr>
          <p:cNvPr id="3" name="Text Placeholder 2"/>
          <p:cNvSpPr>
            <a:spLocks noGrp="1"/>
          </p:cNvSpPr>
          <p:nvPr>
            <p:ph type="body" idx="1"/>
          </p:nvPr>
        </p:nvSpPr>
        <p:spPr/>
        <p:txBody>
          <a:bodyPr/>
          <a:lstStyle/>
          <a:p>
            <a:endParaRPr lang="en-US"/>
          </a:p>
        </p:txBody>
      </p:sp>
      <p:graphicFrame>
        <p:nvGraphicFramePr>
          <p:cNvPr id="6" name="Content Placeholder 5"/>
          <p:cNvGraphicFramePr>
            <a:graphicFrameLocks noGrp="1"/>
          </p:cNvGraphicFramePr>
          <p:nvPr>
            <p:ph sz="quarter" idx="14"/>
            <p:extLst>
              <p:ext uri="{D42A27DB-BD31-4B8C-83A1-F6EECF244321}">
                <p14:modId xmlns:p14="http://schemas.microsoft.com/office/powerpoint/2010/main" val="2650061772"/>
              </p:ext>
            </p:extLst>
          </p:nvPr>
        </p:nvGraphicFramePr>
        <p:xfrm>
          <a:off x="457200" y="1555750"/>
          <a:ext cx="8229600" cy="2047240"/>
        </p:xfrm>
        <a:graphic>
          <a:graphicData uri="http://schemas.openxmlformats.org/drawingml/2006/table">
            <a:tbl>
              <a:tblPr firstRow="1" bandRow="1">
                <a:tableStyleId>{B301B821-A1FF-4177-AEE7-76D212191A09}</a:tableStyleId>
              </a:tblPr>
              <a:tblGrid>
                <a:gridCol w="1433945">
                  <a:extLst>
                    <a:ext uri="{9D8B030D-6E8A-4147-A177-3AD203B41FA5}">
                      <a16:colId xmlns:a16="http://schemas.microsoft.com/office/drawing/2014/main" val="1595960728"/>
                    </a:ext>
                  </a:extLst>
                </a:gridCol>
                <a:gridCol w="1641764">
                  <a:extLst>
                    <a:ext uri="{9D8B030D-6E8A-4147-A177-3AD203B41FA5}">
                      <a16:colId xmlns:a16="http://schemas.microsoft.com/office/drawing/2014/main" val="1099646715"/>
                    </a:ext>
                  </a:extLst>
                </a:gridCol>
                <a:gridCol w="2452255">
                  <a:extLst>
                    <a:ext uri="{9D8B030D-6E8A-4147-A177-3AD203B41FA5}">
                      <a16:colId xmlns:a16="http://schemas.microsoft.com/office/drawing/2014/main" val="3422246711"/>
                    </a:ext>
                  </a:extLst>
                </a:gridCol>
                <a:gridCol w="2701636">
                  <a:extLst>
                    <a:ext uri="{9D8B030D-6E8A-4147-A177-3AD203B41FA5}">
                      <a16:colId xmlns:a16="http://schemas.microsoft.com/office/drawing/2014/main" val="515261020"/>
                    </a:ext>
                  </a:extLst>
                </a:gridCol>
              </a:tblGrid>
              <a:tr h="370840">
                <a:tc>
                  <a:txBody>
                    <a:bodyPr/>
                    <a:lstStyle/>
                    <a:p>
                      <a:r>
                        <a:rPr lang="en-MY" dirty="0" smtClean="0"/>
                        <a:t>Procedure</a:t>
                      </a:r>
                      <a:endParaRPr lang="en-US" dirty="0"/>
                    </a:p>
                  </a:txBody>
                  <a:tcPr/>
                </a:tc>
                <a:tc>
                  <a:txBody>
                    <a:bodyPr/>
                    <a:lstStyle/>
                    <a:p>
                      <a:r>
                        <a:rPr lang="en-MY" dirty="0" smtClean="0"/>
                        <a:t>Sources</a:t>
                      </a:r>
                      <a:endParaRPr lang="en-US" dirty="0"/>
                    </a:p>
                  </a:txBody>
                  <a:tcPr/>
                </a:tc>
                <a:tc>
                  <a:txBody>
                    <a:bodyPr/>
                    <a:lstStyle/>
                    <a:p>
                      <a:r>
                        <a:rPr lang="en-MY" dirty="0" smtClean="0"/>
                        <a:t>Procedure</a:t>
                      </a:r>
                      <a:endParaRPr lang="en-US" dirty="0"/>
                    </a:p>
                  </a:txBody>
                  <a:tcPr/>
                </a:tc>
                <a:tc>
                  <a:txBody>
                    <a:bodyPr/>
                    <a:lstStyle/>
                    <a:p>
                      <a:r>
                        <a:rPr lang="en-MY" dirty="0" smtClean="0"/>
                        <a:t>Summary of Output</a:t>
                      </a:r>
                      <a:endParaRPr lang="en-US" dirty="0"/>
                    </a:p>
                  </a:txBody>
                  <a:tcPr/>
                </a:tc>
                <a:extLst>
                  <a:ext uri="{0D108BD9-81ED-4DB2-BD59-A6C34878D82A}">
                    <a16:rowId xmlns:a16="http://schemas.microsoft.com/office/drawing/2014/main" val="1578055612"/>
                  </a:ext>
                </a:extLst>
              </a:tr>
              <a:tr h="370840">
                <a:tc>
                  <a:txBody>
                    <a:bodyPr/>
                    <a:lstStyle/>
                    <a:p>
                      <a:r>
                        <a:rPr lang="en-MY" dirty="0" smtClean="0"/>
                        <a:t>Interview</a:t>
                      </a:r>
                      <a:endParaRPr lang="en-US" dirty="0"/>
                    </a:p>
                  </a:txBody>
                  <a:tcPr/>
                </a:tc>
                <a:tc>
                  <a:txBody>
                    <a:bodyPr/>
                    <a:lstStyle/>
                    <a:p>
                      <a:r>
                        <a:rPr lang="en-MY" dirty="0" smtClean="0"/>
                        <a:t>Manager</a:t>
                      </a:r>
                      <a:endParaRPr lang="en-US" dirty="0"/>
                    </a:p>
                  </a:txBody>
                  <a:tcPr/>
                </a:tc>
                <a:tc>
                  <a:txBody>
                    <a:bodyPr/>
                    <a:lstStyle/>
                    <a:p>
                      <a:r>
                        <a:rPr lang="en-MY" dirty="0" smtClean="0"/>
                        <a:t>Individual Interview</a:t>
                      </a:r>
                      <a:endParaRPr lang="en-US" dirty="0"/>
                    </a:p>
                  </a:txBody>
                  <a:tcPr/>
                </a:tc>
                <a:tc>
                  <a:txBody>
                    <a:bodyPr/>
                    <a:lstStyle/>
                    <a:p>
                      <a:pPr marL="285750" indent="-285750">
                        <a:buFont typeface="Arial" panose="020B0604020202020204" pitchFamily="34" charset="0"/>
                        <a:buChar char="•"/>
                      </a:pPr>
                      <a:r>
                        <a:rPr lang="en-MY" dirty="0" smtClean="0"/>
                        <a:t>Existing</a:t>
                      </a:r>
                      <a:r>
                        <a:rPr lang="en-MY" baseline="0" dirty="0" smtClean="0"/>
                        <a:t> system cannot capture x function</a:t>
                      </a:r>
                    </a:p>
                    <a:p>
                      <a:pPr marL="285750" indent="-285750">
                        <a:buFont typeface="Arial" panose="020B0604020202020204" pitchFamily="34" charset="0"/>
                        <a:buChar char="•"/>
                      </a:pPr>
                      <a:r>
                        <a:rPr lang="en-MY" baseline="0" dirty="0" smtClean="0"/>
                        <a:t>Need report on volunteer profile</a:t>
                      </a:r>
                      <a:endParaRPr lang="en-US" dirty="0"/>
                    </a:p>
                  </a:txBody>
                  <a:tcPr/>
                </a:tc>
                <a:extLst>
                  <a:ext uri="{0D108BD9-81ED-4DB2-BD59-A6C34878D82A}">
                    <a16:rowId xmlns:a16="http://schemas.microsoft.com/office/drawing/2014/main" val="141091420"/>
                  </a:ext>
                </a:extLst>
              </a:tr>
              <a:tr h="370840">
                <a:tc>
                  <a:txBody>
                    <a:bodyPr/>
                    <a:lstStyle/>
                    <a:p>
                      <a:r>
                        <a:rPr lang="en-MY" dirty="0" smtClean="0"/>
                        <a:t>Observation</a:t>
                      </a:r>
                      <a:endParaRPr lang="en-US" dirty="0"/>
                    </a:p>
                  </a:txBody>
                  <a:tcPr/>
                </a:tc>
                <a:tc>
                  <a:txBody>
                    <a:bodyPr/>
                    <a:lstStyle/>
                    <a:p>
                      <a:r>
                        <a:rPr lang="en-MY" dirty="0" smtClean="0"/>
                        <a:t>Existing</a:t>
                      </a:r>
                      <a:r>
                        <a:rPr lang="en-MY" baseline="0" dirty="0" smtClean="0"/>
                        <a:t> Website</a:t>
                      </a:r>
                      <a:endParaRPr lang="en-US" dirty="0"/>
                    </a:p>
                  </a:txBody>
                  <a:tcPr/>
                </a:tc>
                <a:tc>
                  <a:txBody>
                    <a:bodyPr/>
                    <a:lstStyle/>
                    <a:p>
                      <a:r>
                        <a:rPr lang="en-MY" dirty="0" smtClean="0"/>
                        <a:t>Observe Website Function</a:t>
                      </a:r>
                      <a:endParaRPr lang="en-US" dirty="0"/>
                    </a:p>
                  </a:txBody>
                  <a:tcPr/>
                </a:tc>
                <a:tc>
                  <a:txBody>
                    <a:bodyPr/>
                    <a:lstStyle/>
                    <a:p>
                      <a:pPr marL="285750" indent="-285750">
                        <a:buFont typeface="Arial" panose="020B0604020202020204" pitchFamily="34" charset="0"/>
                        <a:buChar char="•"/>
                      </a:pPr>
                      <a:r>
                        <a:rPr lang="en-MY" dirty="0" smtClean="0"/>
                        <a:t>No</a:t>
                      </a:r>
                      <a:r>
                        <a:rPr lang="en-MY" baseline="0" dirty="0" smtClean="0"/>
                        <a:t> login require</a:t>
                      </a:r>
                    </a:p>
                    <a:p>
                      <a:pPr marL="285750" indent="-285750">
                        <a:buFont typeface="Arial" panose="020B0604020202020204" pitchFamily="34" charset="0"/>
                        <a:buChar char="•"/>
                      </a:pPr>
                      <a:r>
                        <a:rPr lang="en-MY" baseline="0" dirty="0" smtClean="0"/>
                        <a:t>No print function</a:t>
                      </a:r>
                    </a:p>
                    <a:p>
                      <a:pPr marL="285750" indent="-285750">
                        <a:buFont typeface="Arial" panose="020B0604020202020204" pitchFamily="34" charset="0"/>
                        <a:buChar char="•"/>
                      </a:pPr>
                      <a:endParaRPr lang="en-US" dirty="0"/>
                    </a:p>
                  </a:txBody>
                  <a:tcPr/>
                </a:tc>
                <a:extLst>
                  <a:ext uri="{0D108BD9-81ED-4DB2-BD59-A6C34878D82A}">
                    <a16:rowId xmlns:a16="http://schemas.microsoft.com/office/drawing/2014/main" val="2839341643"/>
                  </a:ext>
                </a:extLst>
              </a:tr>
            </a:tbl>
          </a:graphicData>
        </a:graphic>
      </p:graphicFrame>
    </p:spTree>
    <p:extLst>
      <p:ext uri="{BB962C8B-B14F-4D97-AF65-F5344CB8AC3E}">
        <p14:creationId xmlns:p14="http://schemas.microsoft.com/office/powerpoint/2010/main" val="28546550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Requirement Report 2 – based on modules/functions </a:t>
            </a:r>
            <a:endParaRPr lang="en-US" dirty="0"/>
          </a:p>
        </p:txBody>
      </p:sp>
      <p:graphicFrame>
        <p:nvGraphicFramePr>
          <p:cNvPr id="6" name="Content Placeholder 5"/>
          <p:cNvGraphicFramePr>
            <a:graphicFrameLocks noGrp="1"/>
          </p:cNvGraphicFramePr>
          <p:nvPr>
            <p:ph sz="quarter" idx="14"/>
            <p:extLst>
              <p:ext uri="{D42A27DB-BD31-4B8C-83A1-F6EECF244321}">
                <p14:modId xmlns:p14="http://schemas.microsoft.com/office/powerpoint/2010/main" val="1864677092"/>
              </p:ext>
            </p:extLst>
          </p:nvPr>
        </p:nvGraphicFramePr>
        <p:xfrm>
          <a:off x="457200" y="1555750"/>
          <a:ext cx="8229600" cy="1767840"/>
        </p:xfrm>
        <a:graphic>
          <a:graphicData uri="http://schemas.openxmlformats.org/drawingml/2006/table">
            <a:tbl>
              <a:tblPr firstRow="1" bandRow="1">
                <a:tableStyleId>{B301B821-A1FF-4177-AEE7-76D212191A09}</a:tableStyleId>
              </a:tblPr>
              <a:tblGrid>
                <a:gridCol w="1433945">
                  <a:extLst>
                    <a:ext uri="{9D8B030D-6E8A-4147-A177-3AD203B41FA5}">
                      <a16:colId xmlns:a16="http://schemas.microsoft.com/office/drawing/2014/main" val="1595960728"/>
                    </a:ext>
                  </a:extLst>
                </a:gridCol>
                <a:gridCol w="1641764">
                  <a:extLst>
                    <a:ext uri="{9D8B030D-6E8A-4147-A177-3AD203B41FA5}">
                      <a16:colId xmlns:a16="http://schemas.microsoft.com/office/drawing/2014/main" val="1099646715"/>
                    </a:ext>
                  </a:extLst>
                </a:gridCol>
                <a:gridCol w="2452255">
                  <a:extLst>
                    <a:ext uri="{9D8B030D-6E8A-4147-A177-3AD203B41FA5}">
                      <a16:colId xmlns:a16="http://schemas.microsoft.com/office/drawing/2014/main" val="3422246711"/>
                    </a:ext>
                  </a:extLst>
                </a:gridCol>
                <a:gridCol w="2701636">
                  <a:extLst>
                    <a:ext uri="{9D8B030D-6E8A-4147-A177-3AD203B41FA5}">
                      <a16:colId xmlns:a16="http://schemas.microsoft.com/office/drawing/2014/main" val="515261020"/>
                    </a:ext>
                  </a:extLst>
                </a:gridCol>
              </a:tblGrid>
              <a:tr h="370840">
                <a:tc>
                  <a:txBody>
                    <a:bodyPr/>
                    <a:lstStyle/>
                    <a:p>
                      <a:r>
                        <a:rPr lang="en-MY" dirty="0" smtClean="0"/>
                        <a:t>Module</a:t>
                      </a:r>
                      <a:endParaRPr lang="en-US" dirty="0"/>
                    </a:p>
                  </a:txBody>
                  <a:tcPr/>
                </a:tc>
                <a:tc>
                  <a:txBody>
                    <a:bodyPr/>
                    <a:lstStyle/>
                    <a:p>
                      <a:r>
                        <a:rPr lang="en-MY" dirty="0" smtClean="0"/>
                        <a:t>Existing Function</a:t>
                      </a:r>
                      <a:endParaRPr lang="en-US" dirty="0"/>
                    </a:p>
                  </a:txBody>
                  <a:tcPr/>
                </a:tc>
                <a:tc>
                  <a:txBody>
                    <a:bodyPr/>
                    <a:lstStyle/>
                    <a:p>
                      <a:r>
                        <a:rPr lang="en-MY" dirty="0" smtClean="0"/>
                        <a:t>Needed Function</a:t>
                      </a:r>
                      <a:endParaRPr lang="en-US" dirty="0"/>
                    </a:p>
                  </a:txBody>
                  <a:tcPr/>
                </a:tc>
                <a:tc>
                  <a:txBody>
                    <a:bodyPr/>
                    <a:lstStyle/>
                    <a:p>
                      <a:r>
                        <a:rPr lang="en-MY" dirty="0" smtClean="0"/>
                        <a:t>Source</a:t>
                      </a:r>
                      <a:endParaRPr lang="en-US" dirty="0"/>
                    </a:p>
                  </a:txBody>
                  <a:tcPr/>
                </a:tc>
                <a:extLst>
                  <a:ext uri="{0D108BD9-81ED-4DB2-BD59-A6C34878D82A}">
                    <a16:rowId xmlns:a16="http://schemas.microsoft.com/office/drawing/2014/main" val="1578055612"/>
                  </a:ext>
                </a:extLst>
              </a:tr>
              <a:tr h="370840">
                <a:tc>
                  <a:txBody>
                    <a:bodyPr/>
                    <a:lstStyle/>
                    <a:p>
                      <a:r>
                        <a:rPr lang="en-MY" dirty="0" smtClean="0"/>
                        <a:t>Registration Module</a:t>
                      </a:r>
                      <a:endParaRPr lang="en-US" dirty="0"/>
                    </a:p>
                  </a:txBody>
                  <a:tcPr/>
                </a:tc>
                <a:tc>
                  <a:txBody>
                    <a:bodyPr/>
                    <a:lstStyle/>
                    <a:p>
                      <a:r>
                        <a:rPr lang="en-MY" dirty="0" smtClean="0"/>
                        <a:t>NA</a:t>
                      </a:r>
                      <a:endParaRPr lang="en-US" dirty="0"/>
                    </a:p>
                  </a:txBody>
                  <a:tcPr/>
                </a:tc>
                <a:tc>
                  <a:txBody>
                    <a:bodyPr/>
                    <a:lstStyle/>
                    <a:p>
                      <a:r>
                        <a:rPr lang="en-MY" dirty="0" smtClean="0"/>
                        <a:t>Login and Register Function</a:t>
                      </a:r>
                      <a:endParaRPr lang="en-US" dirty="0"/>
                    </a:p>
                  </a:txBody>
                  <a:tcPr/>
                </a:tc>
                <a:tc>
                  <a:txBody>
                    <a:bodyPr/>
                    <a:lstStyle/>
                    <a:p>
                      <a:pPr marL="0" indent="0">
                        <a:buFont typeface="Arial" panose="020B0604020202020204" pitchFamily="34" charset="0"/>
                        <a:buNone/>
                      </a:pPr>
                      <a:r>
                        <a:rPr lang="en-MY" dirty="0" smtClean="0"/>
                        <a:t>Observation</a:t>
                      </a:r>
                      <a:endParaRPr lang="en-US" dirty="0"/>
                    </a:p>
                  </a:txBody>
                  <a:tcPr/>
                </a:tc>
                <a:extLst>
                  <a:ext uri="{0D108BD9-81ED-4DB2-BD59-A6C34878D82A}">
                    <a16:rowId xmlns:a16="http://schemas.microsoft.com/office/drawing/2014/main" val="141091420"/>
                  </a:ext>
                </a:extLst>
              </a:tr>
              <a:tr h="370840">
                <a:tc>
                  <a:txBody>
                    <a:bodyPr/>
                    <a:lstStyle/>
                    <a:p>
                      <a:r>
                        <a:rPr lang="en-MY" dirty="0" smtClean="0"/>
                        <a:t>Manage Volunteer Information</a:t>
                      </a:r>
                      <a:endParaRPr lang="en-US" dirty="0"/>
                    </a:p>
                  </a:txBody>
                  <a:tcPr/>
                </a:tc>
                <a:tc>
                  <a:txBody>
                    <a:bodyPr/>
                    <a:lstStyle/>
                    <a:p>
                      <a:r>
                        <a:rPr lang="en-MY" dirty="0" smtClean="0"/>
                        <a:t>Manual</a:t>
                      </a:r>
                      <a:r>
                        <a:rPr lang="en-MY" baseline="0" dirty="0" smtClean="0"/>
                        <a:t> Record</a:t>
                      </a:r>
                      <a:endParaRPr lang="en-US" dirty="0"/>
                    </a:p>
                  </a:txBody>
                  <a:tcPr/>
                </a:tc>
                <a:tc>
                  <a:txBody>
                    <a:bodyPr/>
                    <a:lstStyle/>
                    <a:p>
                      <a:r>
                        <a:rPr lang="en-MY" dirty="0" smtClean="0"/>
                        <a:t>Add Volunteer Information</a:t>
                      </a:r>
                    </a:p>
                    <a:p>
                      <a:r>
                        <a:rPr lang="en-MY" dirty="0" smtClean="0"/>
                        <a:t>Update</a:t>
                      </a:r>
                      <a:r>
                        <a:rPr lang="en-MY" baseline="0" dirty="0" smtClean="0"/>
                        <a:t> Volunteer Information</a:t>
                      </a:r>
                      <a:endParaRPr lang="en-US" dirty="0"/>
                    </a:p>
                  </a:txBody>
                  <a:tcPr/>
                </a:tc>
                <a:tc>
                  <a:txBody>
                    <a:bodyPr/>
                    <a:lstStyle/>
                    <a:p>
                      <a:pPr marL="0" indent="0">
                        <a:buFont typeface="Arial" panose="020B0604020202020204" pitchFamily="34" charset="0"/>
                        <a:buNone/>
                      </a:pPr>
                      <a:r>
                        <a:rPr lang="en-MY" dirty="0" smtClean="0"/>
                        <a:t>Interview</a:t>
                      </a:r>
                      <a:endParaRPr lang="en-US" dirty="0"/>
                    </a:p>
                  </a:txBody>
                  <a:tcPr/>
                </a:tc>
                <a:extLst>
                  <a:ext uri="{0D108BD9-81ED-4DB2-BD59-A6C34878D82A}">
                    <a16:rowId xmlns:a16="http://schemas.microsoft.com/office/drawing/2014/main" val="2839341643"/>
                  </a:ext>
                </a:extLst>
              </a:tr>
            </a:tbl>
          </a:graphicData>
        </a:graphic>
      </p:graphicFrame>
    </p:spTree>
    <p:extLst>
      <p:ext uri="{BB962C8B-B14F-4D97-AF65-F5344CB8AC3E}">
        <p14:creationId xmlns:p14="http://schemas.microsoft.com/office/powerpoint/2010/main" val="915952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Next step?</a:t>
            </a:r>
            <a:endParaRPr lang="en-US" dirty="0"/>
          </a:p>
        </p:txBody>
      </p:sp>
      <p:sp>
        <p:nvSpPr>
          <p:cNvPr id="3" name="Text Placeholder 2"/>
          <p:cNvSpPr>
            <a:spLocks noGrp="1"/>
          </p:cNvSpPr>
          <p:nvPr>
            <p:ph type="body" idx="1"/>
          </p:nvPr>
        </p:nvSpPr>
        <p:spPr/>
        <p:txBody>
          <a:bodyPr/>
          <a:lstStyle/>
          <a:p>
            <a:endParaRPr lang="en-US"/>
          </a:p>
        </p:txBody>
      </p:sp>
      <p:sp>
        <p:nvSpPr>
          <p:cNvPr id="4" name="Content Placeholder 3"/>
          <p:cNvSpPr>
            <a:spLocks noGrp="1"/>
          </p:cNvSpPr>
          <p:nvPr>
            <p:ph sz="quarter" idx="14"/>
          </p:nvPr>
        </p:nvSpPr>
        <p:spPr/>
        <p:txBody>
          <a:bodyPr/>
          <a:lstStyle/>
          <a:p>
            <a:r>
              <a:rPr lang="en-MY" dirty="0" smtClean="0"/>
              <a:t>Based on these report, can draw existing and proposed FDD (Functional Decomposition Diagram)</a:t>
            </a:r>
            <a:endParaRPr lang="en-US" dirty="0"/>
          </a:p>
        </p:txBody>
      </p:sp>
      <p:pic>
        <p:nvPicPr>
          <p:cNvPr id="5" name="Picture 4"/>
          <p:cNvPicPr>
            <a:picLocks noChangeAspect="1"/>
          </p:cNvPicPr>
          <p:nvPr/>
        </p:nvPicPr>
        <p:blipFill>
          <a:blip r:embed="rId2"/>
          <a:stretch>
            <a:fillRect/>
          </a:stretch>
        </p:blipFill>
        <p:spPr>
          <a:xfrm>
            <a:off x="1591447" y="2603059"/>
            <a:ext cx="5771303" cy="4254941"/>
          </a:xfrm>
          <a:prstGeom prst="rect">
            <a:avLst/>
          </a:prstGeom>
        </p:spPr>
      </p:pic>
    </p:spTree>
    <p:extLst>
      <p:ext uri="{BB962C8B-B14F-4D97-AF65-F5344CB8AC3E}">
        <p14:creationId xmlns:p14="http://schemas.microsoft.com/office/powerpoint/2010/main" val="32923986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ACTIVITY </a:t>
            </a:r>
            <a:endParaRPr lang="en-US" sz="3600" dirty="0"/>
          </a:p>
        </p:txBody>
      </p:sp>
      <p:sp>
        <p:nvSpPr>
          <p:cNvPr id="3" name="Text Placeholder 2"/>
          <p:cNvSpPr>
            <a:spLocks noGrp="1"/>
          </p:cNvSpPr>
          <p:nvPr>
            <p:ph type="body" idx="1"/>
          </p:nvPr>
        </p:nvSpPr>
        <p:spPr/>
        <p:txBody>
          <a:bodyPr/>
          <a:lstStyle/>
          <a:p>
            <a:r>
              <a:rPr lang="en-US" dirty="0" smtClean="0"/>
              <a:t>You are System Analyst at EasyJet Airline company. You are required to propose  system FDD ( Functional Decomposition Diagram) to enhance EasyJet online booking system. Draw the diagram. </a:t>
            </a:r>
            <a:endParaRPr lang="en-US" dirty="0"/>
          </a:p>
        </p:txBody>
      </p:sp>
    </p:spTree>
    <p:extLst>
      <p:ext uri="{BB962C8B-B14F-4D97-AF65-F5344CB8AC3E}">
        <p14:creationId xmlns:p14="http://schemas.microsoft.com/office/powerpoint/2010/main" val="212100042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5" id="{C1D44C1E-9EBB-412A-BA0C-DCE179B6EC19}" vid="{3161DD84-284C-40F7-B4D0-8E6A5EB9A114}"/>
    </a:ext>
  </a:extLst>
</a:theme>
</file>

<file path=ppt/theme/theme2.xml><?xml version="1.0" encoding="utf-8"?>
<a:theme xmlns:a="http://schemas.openxmlformats.org/drawingml/2006/main" name="Viola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rdelia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ValacichTemplate</Template>
  <TotalTime>2183</TotalTime>
  <Words>1318</Words>
  <Application>Microsoft Office PowerPoint</Application>
  <PresentationFormat>On-screen Show (4:3)</PresentationFormat>
  <Paragraphs>170</Paragraphs>
  <Slides>26</Slides>
  <Notes>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26</vt:i4>
      </vt:variant>
    </vt:vector>
  </HeadingPairs>
  <TitlesOfParts>
    <vt:vector size="37" baseType="lpstr">
      <vt:lpstr>Arial</vt:lpstr>
      <vt:lpstr>Lora</vt:lpstr>
      <vt:lpstr>Noto Sans Symbols</vt:lpstr>
      <vt:lpstr>Quattrocento Sans</vt:lpstr>
      <vt:lpstr>Roboto Slab</vt:lpstr>
      <vt:lpstr>Source Sans Pro</vt:lpstr>
      <vt:lpstr>Times New Roman</vt:lpstr>
      <vt:lpstr>Verdana</vt:lpstr>
      <vt:lpstr>1_508 Lecture</vt:lpstr>
      <vt:lpstr>Viola template</vt:lpstr>
      <vt:lpstr>Cordelia template</vt:lpstr>
      <vt:lpstr>Week 6</vt:lpstr>
      <vt:lpstr>Introduction</vt:lpstr>
      <vt:lpstr>Figure 1: System Development Life Cycle with Analysis Phase Highlighted</vt:lpstr>
      <vt:lpstr>The Process of Determining Requirements</vt:lpstr>
      <vt:lpstr>Organizational Components to Understand</vt:lpstr>
      <vt:lpstr>Table 1: Deliverables for Requirements Determination</vt:lpstr>
      <vt:lpstr>Table 2: Traditional Methods of Collecting System Requirements</vt:lpstr>
      <vt:lpstr>Figure 3: Guidelines for Effective Interviewing</vt:lpstr>
      <vt:lpstr>Interviewing and Listening</vt:lpstr>
      <vt:lpstr>Figure 2: Typical Interview Guide</vt:lpstr>
      <vt:lpstr>Interviewing Guidelines</vt:lpstr>
      <vt:lpstr>Interviewing Groups</vt:lpstr>
      <vt:lpstr>Directly Observing Users</vt:lpstr>
      <vt:lpstr>Analyzing Procedures and Other Documents (Page 1 of 3)</vt:lpstr>
      <vt:lpstr>Analyzing Procedures and Other Documents (Page 2 of 3)</vt:lpstr>
      <vt:lpstr>Figure 3: Example of a Procedure</vt:lpstr>
      <vt:lpstr>Figure 6: An Invoice Form from Microsoft Excel</vt:lpstr>
      <vt:lpstr>Analyzing Procedures and Other Documents (Page 3 of 3)</vt:lpstr>
      <vt:lpstr>Figure 5: Example of a Report – As Statement of Cash Flows</vt:lpstr>
      <vt:lpstr>Table 4: Comparison of Observation and Document Analysis</vt:lpstr>
      <vt:lpstr>Table 5: Contemporary Methods for Collecting System Requirements</vt:lpstr>
      <vt:lpstr>Table 7: Desired Layout and Navigation Feature of WebStore</vt:lpstr>
      <vt:lpstr>Requirement Report 1 – based on requirement procedure </vt:lpstr>
      <vt:lpstr>Requirement Report 2 – based on modules/functions </vt:lpstr>
      <vt:lpstr>Next step?</vt:lpstr>
      <vt:lpstr>ACTIVITY </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Systems Analysis and Design</dc:title>
  <dc:subject>Psychology</dc:subject>
  <dc:creator>Harold Wise</dc:creator>
  <cp:keywords>Psychology</cp:keywords>
  <cp:lastModifiedBy>fazmidar</cp:lastModifiedBy>
  <cp:revision>96</cp:revision>
  <cp:lastPrinted>2020-03-03T03:59:10Z</cp:lastPrinted>
  <dcterms:created xsi:type="dcterms:W3CDTF">2018-12-22T19:37:36Z</dcterms:created>
  <dcterms:modified xsi:type="dcterms:W3CDTF">2022-11-22T07:57:55Z</dcterms:modified>
</cp:coreProperties>
</file>